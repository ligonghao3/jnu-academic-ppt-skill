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 autoAdjust="0"/>
    <p:restoredTop sz="94643" autoAdjust="0"/>
  </p:normalViewPr>
  <p:slideViewPr>
    <p:cSldViewPr>
      <p:cViewPr>
        <p:scale>
          <a:sx n="66" d="100"/>
          <a:sy n="66" d="100"/>
        </p:scale>
        <p:origin x="46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4.png"/><Relationship Id="rId7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>
            <a:extLst>
              <a:ext uri="{FF2B5EF4-FFF2-40B4-BE49-F238E27FC236}">
                <a16:creationId xmlns:a16="http://schemas.microsoft.com/office/drawing/2014/main" id="{D78932B1-D6DD-440D-C001-8B99DB03F9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" t="51365" r="483" b="12683"/>
          <a:stretch>
            <a:fillRect/>
          </a:stretch>
        </p:blipFill>
        <p:spPr>
          <a:xfrm>
            <a:off x="-6" y="-32576"/>
            <a:ext cx="18288006" cy="1031957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5400000">
            <a:off x="7656113" y="-7659129"/>
            <a:ext cx="3086100" cy="18288000"/>
            <a:chOff x="0" y="0"/>
            <a:chExt cx="812800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816592"/>
            </a:xfrm>
            <a:custGeom>
              <a:avLst/>
              <a:gdLst/>
              <a:ahLst/>
              <a:cxnLst/>
              <a:rect l="l" t="t" r="r" b="b"/>
              <a:pathLst>
                <a:path w="812800" h="4816592">
                  <a:moveTo>
                    <a:pt x="0" y="0"/>
                  </a:moveTo>
                  <a:lnTo>
                    <a:pt x="812800" y="0"/>
                  </a:lnTo>
                  <a:lnTo>
                    <a:pt x="81280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F58457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308821" y="4960289"/>
            <a:ext cx="3628961" cy="3325977"/>
          </a:xfrm>
          <a:custGeom>
            <a:avLst/>
            <a:gdLst/>
            <a:ahLst/>
            <a:cxnLst/>
            <a:rect l="l" t="t" r="r" b="b"/>
            <a:pathLst>
              <a:path w="3628961" h="3325977">
                <a:moveTo>
                  <a:pt x="0" y="0"/>
                </a:moveTo>
                <a:lnTo>
                  <a:pt x="3628962" y="0"/>
                </a:lnTo>
                <a:lnTo>
                  <a:pt x="3628962" y="3325978"/>
                </a:lnTo>
                <a:lnTo>
                  <a:pt x="0" y="332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83025" y="5676744"/>
            <a:ext cx="4379169" cy="4200428"/>
          </a:xfrm>
          <a:custGeom>
            <a:avLst/>
            <a:gdLst/>
            <a:ahLst/>
            <a:cxnLst/>
            <a:rect l="l" t="t" r="r" b="b"/>
            <a:pathLst>
              <a:path w="4379169" h="4200428">
                <a:moveTo>
                  <a:pt x="0" y="0"/>
                </a:moveTo>
                <a:lnTo>
                  <a:pt x="4379169" y="0"/>
                </a:lnTo>
                <a:lnTo>
                  <a:pt x="4379169" y="4200428"/>
                </a:lnTo>
                <a:lnTo>
                  <a:pt x="0" y="4200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 rot="-5400000">
            <a:off x="7437229" y="-82038"/>
            <a:ext cx="3413540" cy="18288000"/>
            <a:chOff x="0" y="0"/>
            <a:chExt cx="899039" cy="4816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99039" cy="4816592"/>
            </a:xfrm>
            <a:custGeom>
              <a:avLst/>
              <a:gdLst/>
              <a:ahLst/>
              <a:cxnLst/>
              <a:rect l="l" t="t" r="r" b="b"/>
              <a:pathLst>
                <a:path w="899039" h="4816592">
                  <a:moveTo>
                    <a:pt x="0" y="0"/>
                  </a:moveTo>
                  <a:lnTo>
                    <a:pt x="899039" y="0"/>
                  </a:lnTo>
                  <a:lnTo>
                    <a:pt x="89903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64B26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99039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648194" y="7371631"/>
            <a:ext cx="9779322" cy="4549794"/>
          </a:xfrm>
          <a:custGeom>
            <a:avLst/>
            <a:gdLst/>
            <a:ahLst/>
            <a:cxnLst/>
            <a:rect l="l" t="t" r="r" b="b"/>
            <a:pathLst>
              <a:path w="9779322" h="4549794">
                <a:moveTo>
                  <a:pt x="0" y="0"/>
                </a:moveTo>
                <a:lnTo>
                  <a:pt x="9779322" y="0"/>
                </a:lnTo>
                <a:lnTo>
                  <a:pt x="9779322" y="4549794"/>
                </a:lnTo>
                <a:lnTo>
                  <a:pt x="0" y="4549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335"/>
            </a:stretch>
          </a:blipFill>
        </p:spPr>
      </p:sp>
      <p:sp>
        <p:nvSpPr>
          <p:cNvPr id="11" name="Freeform 11"/>
          <p:cNvSpPr/>
          <p:nvPr/>
        </p:nvSpPr>
        <p:spPr>
          <a:xfrm rot="1427816">
            <a:off x="-1447857" y="7020776"/>
            <a:ext cx="11810393" cy="5559992"/>
          </a:xfrm>
          <a:custGeom>
            <a:avLst/>
            <a:gdLst/>
            <a:ahLst/>
            <a:cxnLst/>
            <a:rect l="l" t="t" r="r" b="b"/>
            <a:pathLst>
              <a:path w="11810393" h="5559992">
                <a:moveTo>
                  <a:pt x="0" y="0"/>
                </a:moveTo>
                <a:lnTo>
                  <a:pt x="11810394" y="0"/>
                </a:lnTo>
                <a:lnTo>
                  <a:pt x="11810394" y="5559992"/>
                </a:lnTo>
                <a:lnTo>
                  <a:pt x="0" y="5559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146128">
            <a:off x="-976547" y="-4455142"/>
            <a:ext cx="6873149" cy="8229600"/>
          </a:xfrm>
          <a:custGeom>
            <a:avLst/>
            <a:gdLst/>
            <a:ahLst/>
            <a:cxnLst/>
            <a:rect l="l" t="t" r="r" b="b"/>
            <a:pathLst>
              <a:path w="6873149" h="8229600">
                <a:moveTo>
                  <a:pt x="0" y="0"/>
                </a:moveTo>
                <a:lnTo>
                  <a:pt x="6873149" y="0"/>
                </a:lnTo>
                <a:lnTo>
                  <a:pt x="687314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3149170">
            <a:off x="4009693" y="-2490767"/>
            <a:ext cx="3591959" cy="4300850"/>
          </a:xfrm>
          <a:custGeom>
            <a:avLst/>
            <a:gdLst/>
            <a:ahLst/>
            <a:cxnLst/>
            <a:rect l="l" t="t" r="r" b="b"/>
            <a:pathLst>
              <a:path w="3591959" h="4300850">
                <a:moveTo>
                  <a:pt x="0" y="0"/>
                </a:moveTo>
                <a:lnTo>
                  <a:pt x="3591959" y="0"/>
                </a:lnTo>
                <a:lnTo>
                  <a:pt x="3591959" y="4300850"/>
                </a:lnTo>
                <a:lnTo>
                  <a:pt x="0" y="43008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50045" y="190917"/>
            <a:ext cx="561205" cy="514350"/>
          </a:xfrm>
          <a:custGeom>
            <a:avLst/>
            <a:gdLst/>
            <a:ahLst/>
            <a:cxnLst/>
            <a:rect l="l" t="t" r="r" b="b"/>
            <a:pathLst>
              <a:path w="561205" h="514350">
                <a:moveTo>
                  <a:pt x="0" y="0"/>
                </a:moveTo>
                <a:lnTo>
                  <a:pt x="561206" y="0"/>
                </a:lnTo>
                <a:lnTo>
                  <a:pt x="56120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7259300" y="4654841"/>
            <a:ext cx="673337" cy="617120"/>
          </a:xfrm>
          <a:custGeom>
            <a:avLst/>
            <a:gdLst/>
            <a:ahLst/>
            <a:cxnLst/>
            <a:rect l="l" t="t" r="r" b="b"/>
            <a:pathLst>
              <a:path w="673337" h="617120">
                <a:moveTo>
                  <a:pt x="0" y="0"/>
                </a:moveTo>
                <a:lnTo>
                  <a:pt x="673337" y="0"/>
                </a:lnTo>
                <a:lnTo>
                  <a:pt x="673337" y="617120"/>
                </a:lnTo>
                <a:lnTo>
                  <a:pt x="0" y="617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1119328" y="448092"/>
            <a:ext cx="4753281" cy="2313715"/>
          </a:xfrm>
          <a:custGeom>
            <a:avLst/>
            <a:gdLst/>
            <a:ahLst/>
            <a:cxnLst/>
            <a:rect l="l" t="t" r="r" b="b"/>
            <a:pathLst>
              <a:path w="4753281" h="2313715">
                <a:moveTo>
                  <a:pt x="4753282" y="0"/>
                </a:moveTo>
                <a:lnTo>
                  <a:pt x="0" y="0"/>
                </a:lnTo>
                <a:lnTo>
                  <a:pt x="0" y="2313715"/>
                </a:lnTo>
                <a:lnTo>
                  <a:pt x="4753282" y="2313715"/>
                </a:lnTo>
                <a:lnTo>
                  <a:pt x="4753282" y="0"/>
                </a:lnTo>
                <a:close/>
              </a:path>
            </a:pathLst>
          </a:custGeom>
          <a:blipFill>
            <a:blip r:embed="rId8">
              <a:alphaModFix amt="89000"/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884867" y="5034464"/>
            <a:ext cx="518265" cy="474995"/>
          </a:xfrm>
          <a:custGeom>
            <a:avLst/>
            <a:gdLst/>
            <a:ahLst/>
            <a:cxnLst/>
            <a:rect l="l" t="t" r="r" b="b"/>
            <a:pathLst>
              <a:path w="518265" h="474995">
                <a:moveTo>
                  <a:pt x="0" y="0"/>
                </a:moveTo>
                <a:lnTo>
                  <a:pt x="518266" y="0"/>
                </a:lnTo>
                <a:lnTo>
                  <a:pt x="518266" y="474995"/>
                </a:lnTo>
                <a:lnTo>
                  <a:pt x="0" y="474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2832737" y="4073234"/>
            <a:ext cx="169294" cy="0"/>
          </a:xfrm>
          <a:prstGeom prst="line">
            <a:avLst/>
          </a:prstGeom>
          <a:ln w="9525" cap="rnd">
            <a:solidFill>
              <a:srgbClr val="C9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flipV="1">
            <a:off x="2838031" y="4067940"/>
            <a:ext cx="0" cy="307738"/>
          </a:xfrm>
          <a:prstGeom prst="line">
            <a:avLst/>
          </a:prstGeom>
          <a:ln w="9525" cap="rnd">
            <a:solidFill>
              <a:srgbClr val="C9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H="1">
            <a:off x="8647708" y="4678122"/>
            <a:ext cx="169294" cy="0"/>
          </a:xfrm>
          <a:prstGeom prst="line">
            <a:avLst/>
          </a:prstGeom>
          <a:ln w="9525" cap="rnd">
            <a:solidFill>
              <a:srgbClr val="C9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8811709" y="4375678"/>
            <a:ext cx="0" cy="307738"/>
          </a:xfrm>
          <a:prstGeom prst="line">
            <a:avLst/>
          </a:prstGeom>
          <a:ln w="9525" cap="rnd">
            <a:solidFill>
              <a:srgbClr val="C9131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7019226" y="6726301"/>
            <a:ext cx="3962977" cy="639314"/>
            <a:chOff x="0" y="0"/>
            <a:chExt cx="1043747" cy="16837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3747" cy="168379"/>
            </a:xfrm>
            <a:custGeom>
              <a:avLst/>
              <a:gdLst/>
              <a:ahLst/>
              <a:cxnLst/>
              <a:rect l="l" t="t" r="r" b="b"/>
              <a:pathLst>
                <a:path w="1043747" h="168379">
                  <a:moveTo>
                    <a:pt x="84189" y="0"/>
                  </a:moveTo>
                  <a:lnTo>
                    <a:pt x="959558" y="0"/>
                  </a:lnTo>
                  <a:cubicBezTo>
                    <a:pt x="1006054" y="0"/>
                    <a:pt x="1043747" y="37693"/>
                    <a:pt x="1043747" y="84189"/>
                  </a:cubicBezTo>
                  <a:lnTo>
                    <a:pt x="1043747" y="84189"/>
                  </a:lnTo>
                  <a:cubicBezTo>
                    <a:pt x="1043747" y="106518"/>
                    <a:pt x="1034877" y="127932"/>
                    <a:pt x="1019088" y="143720"/>
                  </a:cubicBezTo>
                  <a:cubicBezTo>
                    <a:pt x="1003300" y="159509"/>
                    <a:pt x="981886" y="168379"/>
                    <a:pt x="959558" y="168379"/>
                  </a:cubicBezTo>
                  <a:lnTo>
                    <a:pt x="84189" y="168379"/>
                  </a:lnTo>
                  <a:cubicBezTo>
                    <a:pt x="61861" y="168379"/>
                    <a:pt x="40447" y="159509"/>
                    <a:pt x="24659" y="143720"/>
                  </a:cubicBezTo>
                  <a:cubicBezTo>
                    <a:pt x="8870" y="127932"/>
                    <a:pt x="0" y="106518"/>
                    <a:pt x="0" y="84189"/>
                  </a:cubicBezTo>
                  <a:lnTo>
                    <a:pt x="0" y="84189"/>
                  </a:lnTo>
                  <a:cubicBezTo>
                    <a:pt x="0" y="61861"/>
                    <a:pt x="8870" y="40447"/>
                    <a:pt x="24659" y="24659"/>
                  </a:cubicBezTo>
                  <a:cubicBezTo>
                    <a:pt x="40447" y="8870"/>
                    <a:pt x="61861" y="0"/>
                    <a:pt x="84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3D28">
                    <a:alpha val="100000"/>
                  </a:srgbClr>
                </a:gs>
                <a:gs pos="100000">
                  <a:srgbClr val="98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43747" cy="206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272739" y="6991155"/>
            <a:ext cx="109605" cy="10960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175655" y="7019389"/>
            <a:ext cx="53138" cy="53138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-10800000">
            <a:off x="10619085" y="6991155"/>
            <a:ext cx="109605" cy="10960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-10800000">
            <a:off x="10772637" y="7019389"/>
            <a:ext cx="53138" cy="53138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13860417" y="303285"/>
            <a:ext cx="4748499" cy="1940949"/>
          </a:xfrm>
          <a:custGeom>
            <a:avLst/>
            <a:gdLst/>
            <a:ahLst/>
            <a:cxnLst/>
            <a:rect l="l" t="t" r="r" b="b"/>
            <a:pathLst>
              <a:path w="4748499" h="1940949">
                <a:moveTo>
                  <a:pt x="0" y="0"/>
                </a:moveTo>
                <a:lnTo>
                  <a:pt x="4748499" y="0"/>
                </a:lnTo>
                <a:lnTo>
                  <a:pt x="4748499" y="1940949"/>
                </a:lnTo>
                <a:lnTo>
                  <a:pt x="0" y="1940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flipH="1">
            <a:off x="4117332" y="6490534"/>
            <a:ext cx="1491325" cy="1329801"/>
          </a:xfrm>
          <a:custGeom>
            <a:avLst/>
            <a:gdLst/>
            <a:ahLst/>
            <a:cxnLst/>
            <a:rect l="l" t="t" r="r" b="b"/>
            <a:pathLst>
              <a:path w="1491325" h="1329801">
                <a:moveTo>
                  <a:pt x="1491325" y="0"/>
                </a:moveTo>
                <a:lnTo>
                  <a:pt x="0" y="0"/>
                </a:lnTo>
                <a:lnTo>
                  <a:pt x="0" y="1329801"/>
                </a:lnTo>
                <a:lnTo>
                  <a:pt x="1491325" y="1329801"/>
                </a:lnTo>
                <a:lnTo>
                  <a:pt x="1491325" y="0"/>
                </a:lnTo>
                <a:close/>
              </a:path>
            </a:pathLst>
          </a:custGeom>
          <a:blipFill>
            <a:blip r:embed="rId10">
              <a:alphaModFix amt="31000"/>
            </a:blip>
            <a:stretch>
              <a:fillRect l="-83188"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320141" y="1906076"/>
            <a:ext cx="7274978" cy="2112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17"/>
              </a:lnSpc>
            </a:pPr>
            <a:r>
              <a:rPr lang="en-US" sz="12298" b="1" spc="996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砥砺前行</a:t>
            </a:r>
            <a:endParaRPr lang="en-US" sz="12298" b="1" spc="996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40" name="Freeform 40"/>
          <p:cNvSpPr/>
          <p:nvPr/>
        </p:nvSpPr>
        <p:spPr>
          <a:xfrm rot="-2567252">
            <a:off x="8351282" y="2274348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 rot="-2567252">
            <a:off x="3091609" y="2339078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1"/>
                </a:lnTo>
                <a:lnTo>
                  <a:pt x="0" y="772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rot="-2567252">
            <a:off x="11586131" y="3875894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rot="-4337685">
            <a:off x="14936136" y="4297116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4" y="0"/>
                </a:lnTo>
                <a:lnTo>
                  <a:pt x="1298864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2590661" y="5267199"/>
            <a:ext cx="6124142" cy="57150"/>
            <a:chOff x="0" y="0"/>
            <a:chExt cx="8165522" cy="76200"/>
          </a:xfrm>
        </p:grpSpPr>
        <p:sp>
          <p:nvSpPr>
            <p:cNvPr id="45" name="AutoShape 45"/>
            <p:cNvSpPr/>
            <p:nvPr/>
          </p:nvSpPr>
          <p:spPr>
            <a:xfrm flipV="1">
              <a:off x="0" y="6350"/>
              <a:ext cx="8165522" cy="0"/>
            </a:xfrm>
            <a:prstGeom prst="line">
              <a:avLst/>
            </a:prstGeom>
            <a:ln w="12700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6" name="AutoShape 46"/>
            <p:cNvSpPr/>
            <p:nvPr/>
          </p:nvSpPr>
          <p:spPr>
            <a:xfrm flipV="1">
              <a:off x="0" y="69850"/>
              <a:ext cx="8165522" cy="0"/>
            </a:xfrm>
            <a:prstGeom prst="line">
              <a:avLst/>
            </a:prstGeom>
            <a:ln w="12700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9573197" y="5267199"/>
            <a:ext cx="6124142" cy="57150"/>
            <a:chOff x="0" y="0"/>
            <a:chExt cx="8165522" cy="76200"/>
          </a:xfrm>
        </p:grpSpPr>
        <p:sp>
          <p:nvSpPr>
            <p:cNvPr id="48" name="AutoShape 48"/>
            <p:cNvSpPr/>
            <p:nvPr/>
          </p:nvSpPr>
          <p:spPr>
            <a:xfrm flipV="1">
              <a:off x="0" y="6350"/>
              <a:ext cx="8165522" cy="0"/>
            </a:xfrm>
            <a:prstGeom prst="line">
              <a:avLst/>
            </a:prstGeom>
            <a:ln w="12700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9" name="AutoShape 49"/>
            <p:cNvSpPr/>
            <p:nvPr/>
          </p:nvSpPr>
          <p:spPr>
            <a:xfrm flipV="1">
              <a:off x="0" y="69850"/>
              <a:ext cx="8165522" cy="0"/>
            </a:xfrm>
            <a:prstGeom prst="line">
              <a:avLst/>
            </a:prstGeom>
            <a:ln w="12700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0" name="TextBox 50"/>
          <p:cNvSpPr txBox="1"/>
          <p:nvPr/>
        </p:nvSpPr>
        <p:spPr>
          <a:xfrm>
            <a:off x="2934593" y="4074385"/>
            <a:ext cx="5780555" cy="54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1"/>
              </a:lnSpc>
            </a:pPr>
            <a:r>
              <a:rPr lang="en-US" sz="3251" b="1" spc="500" dirty="0" err="1">
                <a:solidFill>
                  <a:srgbClr val="C91313"/>
                </a:solidFill>
                <a:latin typeface="思源宋体 Bold"/>
                <a:ea typeface="思源宋体 Bold"/>
                <a:cs typeface="思源宋体 Bold"/>
                <a:sym typeface="思源宋体 Bold"/>
              </a:rPr>
              <a:t>红色主题通用模板</a:t>
            </a:r>
            <a:endParaRPr lang="en-US" sz="3251" b="1" spc="500" dirty="0">
              <a:solidFill>
                <a:srgbClr val="C91313"/>
              </a:solidFill>
              <a:latin typeface="思源宋体 Bold"/>
              <a:ea typeface="思源宋体 Bold"/>
              <a:cs typeface="思源宋体 Bold"/>
              <a:sym typeface="思源宋体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635847" y="6780138"/>
            <a:ext cx="2729735" cy="47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4"/>
              </a:lnSpc>
            </a:pPr>
            <a:r>
              <a:rPr lang="en-US" sz="2746" spc="222" dirty="0" err="1">
                <a:solidFill>
                  <a:srgbClr val="FBEFE8"/>
                </a:solidFill>
                <a:latin typeface="思源宋体"/>
                <a:ea typeface="思源宋体"/>
                <a:cs typeface="思源宋体"/>
                <a:sym typeface="思源宋体"/>
              </a:rPr>
              <a:t>主讲人：XXX</a:t>
            </a:r>
            <a:endParaRPr lang="en-US" sz="2746" spc="222" dirty="0">
              <a:solidFill>
                <a:srgbClr val="FBEFE8"/>
              </a:solidFill>
              <a:latin typeface="思源宋体"/>
              <a:ea typeface="思源宋体"/>
              <a:cs typeface="思源宋体"/>
              <a:sym typeface="思源宋体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000714" y="2894668"/>
            <a:ext cx="7274978" cy="2112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17"/>
              </a:lnSpc>
            </a:pPr>
            <a:r>
              <a:rPr lang="en-US" sz="12298" b="1" spc="996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勇往直前</a:t>
            </a:r>
            <a:endParaRPr lang="en-US" sz="12298" b="1" spc="996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57" name="Freeform 25">
            <a:extLst>
              <a:ext uri="{FF2B5EF4-FFF2-40B4-BE49-F238E27FC236}">
                <a16:creationId xmlns:a16="http://schemas.microsoft.com/office/drawing/2014/main" id="{1E2627AE-09D1-F591-2FF7-B897A8FFE8BF}"/>
              </a:ext>
            </a:extLst>
          </p:cNvPr>
          <p:cNvSpPr/>
          <p:nvPr/>
        </p:nvSpPr>
        <p:spPr>
          <a:xfrm>
            <a:off x="15970037" y="138782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 l="-12174" t="-5498" r="-8582" b="-8905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59">
            <a:extLst>
              <a:ext uri="{FF2B5EF4-FFF2-40B4-BE49-F238E27FC236}">
                <a16:creationId xmlns:a16="http://schemas.microsoft.com/office/drawing/2014/main" id="{D3D60F43-7761-F780-7611-F32FD7C7CFF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" t="51365" r="483" b="12683"/>
          <a:stretch>
            <a:fillRect/>
          </a:stretch>
        </p:blipFill>
        <p:spPr>
          <a:xfrm>
            <a:off x="-6" y="-32576"/>
            <a:ext cx="18288006" cy="1031957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5400000">
            <a:off x="7600950" y="-7600950"/>
            <a:ext cx="3086100" cy="18288000"/>
            <a:chOff x="0" y="0"/>
            <a:chExt cx="812800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816592"/>
            </a:xfrm>
            <a:custGeom>
              <a:avLst/>
              <a:gdLst/>
              <a:ahLst/>
              <a:cxnLst/>
              <a:rect l="l" t="t" r="r" b="b"/>
              <a:pathLst>
                <a:path w="812800" h="4816592">
                  <a:moveTo>
                    <a:pt x="0" y="0"/>
                  </a:moveTo>
                  <a:lnTo>
                    <a:pt x="812800" y="0"/>
                  </a:lnTo>
                  <a:lnTo>
                    <a:pt x="81280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F58457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683025" y="5676744"/>
            <a:ext cx="4379169" cy="4200428"/>
          </a:xfrm>
          <a:custGeom>
            <a:avLst/>
            <a:gdLst/>
            <a:ahLst/>
            <a:cxnLst/>
            <a:rect l="l" t="t" r="r" b="b"/>
            <a:pathLst>
              <a:path w="4379169" h="4200428">
                <a:moveTo>
                  <a:pt x="0" y="0"/>
                </a:moveTo>
                <a:lnTo>
                  <a:pt x="4379169" y="0"/>
                </a:lnTo>
                <a:lnTo>
                  <a:pt x="4379169" y="4200428"/>
                </a:lnTo>
                <a:lnTo>
                  <a:pt x="0" y="4200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 rot="-5400000">
            <a:off x="7437230" y="-563770"/>
            <a:ext cx="3413540" cy="18288000"/>
            <a:chOff x="0" y="0"/>
            <a:chExt cx="899039" cy="48165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9039" cy="4816592"/>
            </a:xfrm>
            <a:custGeom>
              <a:avLst/>
              <a:gdLst/>
              <a:ahLst/>
              <a:cxnLst/>
              <a:rect l="l" t="t" r="r" b="b"/>
              <a:pathLst>
                <a:path w="899039" h="4816592">
                  <a:moveTo>
                    <a:pt x="0" y="0"/>
                  </a:moveTo>
                  <a:lnTo>
                    <a:pt x="899039" y="0"/>
                  </a:lnTo>
                  <a:lnTo>
                    <a:pt x="89903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64B26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99039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73728" y="705267"/>
            <a:ext cx="4340544" cy="1445078"/>
            <a:chOff x="0" y="0"/>
            <a:chExt cx="5787391" cy="1926771"/>
          </a:xfrm>
        </p:grpSpPr>
        <p:sp>
          <p:nvSpPr>
            <p:cNvPr id="10" name="TextBox 10"/>
            <p:cNvSpPr txBox="1"/>
            <p:nvPr/>
          </p:nvSpPr>
          <p:spPr>
            <a:xfrm>
              <a:off x="571214" y="-180975"/>
              <a:ext cx="4644963" cy="2107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342"/>
                </a:lnSpc>
              </a:pPr>
              <a:r>
                <a:rPr lang="en-US" sz="9530" b="1" spc="771" dirty="0" err="1">
                  <a:solidFill>
                    <a:srgbClr val="C91313"/>
                  </a:solidFill>
                  <a:latin typeface="可画寒风体-简"/>
                  <a:ea typeface="可画寒风体-简"/>
                  <a:cs typeface="可画寒风体-简"/>
                  <a:sym typeface="可画寒风体-简"/>
                </a:rPr>
                <a:t>目录</a:t>
              </a:r>
              <a:endParaRPr lang="en-US" sz="9530" b="1" spc="771" dirty="0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24723" y="780083"/>
              <a:ext cx="366604" cy="366604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3D28">
                      <a:alpha val="43000"/>
                    </a:srgbClr>
                  </a:gs>
                  <a:gs pos="100000">
                    <a:srgbClr val="980000">
                      <a:alpha val="43000"/>
                    </a:srgbClr>
                  </a:gs>
                </a:gsLst>
                <a:lin ang="2700000"/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87197" tIns="87197" rIns="87197" bIns="8719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874519"/>
              <a:ext cx="177733" cy="177733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3D28">
                      <a:alpha val="43000"/>
                    </a:srgbClr>
                  </a:gs>
                  <a:gs pos="100000">
                    <a:srgbClr val="980000">
                      <a:alpha val="43000"/>
                    </a:srgbClr>
                  </a:gs>
                </a:gsLst>
                <a:lin ang="2700000"/>
              </a:gra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87197" tIns="87197" rIns="87197" bIns="8719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-10800000">
              <a:off x="5096064" y="780083"/>
              <a:ext cx="366604" cy="366604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3D28">
                      <a:alpha val="43000"/>
                    </a:srgbClr>
                  </a:gs>
                  <a:gs pos="100000">
                    <a:srgbClr val="980000">
                      <a:alpha val="43000"/>
                    </a:srgbClr>
                  </a:gs>
                </a:gsLst>
                <a:lin ang="2700000"/>
              </a:gra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87197" tIns="87197" rIns="87197" bIns="8719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-10800000">
              <a:off x="5609658" y="874519"/>
              <a:ext cx="177733" cy="177733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3D28">
                      <a:alpha val="43000"/>
                    </a:srgbClr>
                  </a:gs>
                  <a:gs pos="100000">
                    <a:srgbClr val="980000">
                      <a:alpha val="43000"/>
                    </a:srgbClr>
                  </a:gs>
                </a:gsLst>
                <a:lin ang="2700000"/>
              </a:gra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87197" tIns="87197" rIns="87197" bIns="8719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3" name="AutoShape 23"/>
          <p:cNvSpPr/>
          <p:nvPr/>
        </p:nvSpPr>
        <p:spPr>
          <a:xfrm>
            <a:off x="9948386" y="3394117"/>
            <a:ext cx="6340971" cy="0"/>
          </a:xfrm>
          <a:prstGeom prst="line">
            <a:avLst/>
          </a:prstGeom>
          <a:ln w="19050" cap="rnd">
            <a:solidFill>
              <a:srgbClr val="C91313">
                <a:alpha val="4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9948386" y="2522668"/>
            <a:ext cx="6443641" cy="79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4786" b="1" spc="220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背景和意义</a:t>
            </a:r>
            <a:endParaRPr lang="en-US" sz="4786" b="1" spc="220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948386" y="3377753"/>
            <a:ext cx="5565051" cy="287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1514" spc="122">
                <a:solidFill>
                  <a:srgbClr val="C91313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The background and significance of red education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724403" y="2627443"/>
            <a:ext cx="1038175" cy="103817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05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416" tIns="49416" rIns="49416" bIns="4941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791146" y="2704040"/>
            <a:ext cx="904689" cy="78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3"/>
              </a:lnSpc>
            </a:pPr>
            <a:r>
              <a:rPr lang="en-US" sz="4574" spc="210">
                <a:solidFill>
                  <a:srgbClr val="FBEFE8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01</a:t>
            </a:r>
          </a:p>
        </p:txBody>
      </p:sp>
      <p:sp>
        <p:nvSpPr>
          <p:cNvPr id="30" name="AutoShape 30"/>
          <p:cNvSpPr/>
          <p:nvPr/>
        </p:nvSpPr>
        <p:spPr>
          <a:xfrm>
            <a:off x="7672243" y="4946603"/>
            <a:ext cx="6340971" cy="0"/>
          </a:xfrm>
          <a:prstGeom prst="line">
            <a:avLst/>
          </a:prstGeom>
          <a:ln w="19050" cap="rnd">
            <a:solidFill>
              <a:srgbClr val="C91313">
                <a:alpha val="4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7672243" y="4075153"/>
            <a:ext cx="6443641" cy="79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4786" b="1" spc="220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核心内容</a:t>
            </a:r>
            <a:endParaRPr lang="en-US" sz="4786" b="1" spc="220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672243" y="4930239"/>
            <a:ext cx="5565051" cy="287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1514" spc="122">
                <a:solidFill>
                  <a:srgbClr val="C91313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The core content of red education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448259" y="4179928"/>
            <a:ext cx="1038175" cy="1038175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059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416" tIns="49416" rIns="49416" bIns="4941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515002" y="4256525"/>
            <a:ext cx="904689" cy="78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3"/>
              </a:lnSpc>
            </a:pPr>
            <a:r>
              <a:rPr lang="en-US" sz="4574" spc="210">
                <a:solidFill>
                  <a:srgbClr val="FBEFE8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02</a:t>
            </a:r>
          </a:p>
        </p:txBody>
      </p:sp>
      <p:sp>
        <p:nvSpPr>
          <p:cNvPr id="37" name="AutoShape 37"/>
          <p:cNvSpPr/>
          <p:nvPr/>
        </p:nvSpPr>
        <p:spPr>
          <a:xfrm>
            <a:off x="5396099" y="6499089"/>
            <a:ext cx="6340971" cy="0"/>
          </a:xfrm>
          <a:prstGeom prst="line">
            <a:avLst/>
          </a:prstGeom>
          <a:ln w="19050" cap="rnd">
            <a:solidFill>
              <a:srgbClr val="C91313">
                <a:alpha val="4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TextBox 38"/>
          <p:cNvSpPr txBox="1"/>
          <p:nvPr/>
        </p:nvSpPr>
        <p:spPr>
          <a:xfrm>
            <a:off x="5396099" y="5627639"/>
            <a:ext cx="6443641" cy="79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en-US" sz="4786" b="1" spc="220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实施方法和途径</a:t>
            </a:r>
            <a:endParaRPr lang="en-US" sz="4786" b="1" spc="220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396099" y="6482725"/>
            <a:ext cx="5565051" cy="287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1514" spc="122">
                <a:solidFill>
                  <a:srgbClr val="C91313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Implementation methods and approaches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172116" y="5732414"/>
            <a:ext cx="1038175" cy="1038175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059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416" tIns="49416" rIns="49416" bIns="4941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4238859" y="5809011"/>
            <a:ext cx="904689" cy="78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3"/>
              </a:lnSpc>
            </a:pPr>
            <a:r>
              <a:rPr lang="en-US" sz="4574" spc="210">
                <a:solidFill>
                  <a:srgbClr val="FBEFE8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03</a:t>
            </a:r>
          </a:p>
        </p:txBody>
      </p:sp>
      <p:sp>
        <p:nvSpPr>
          <p:cNvPr id="44" name="AutoShape 44"/>
          <p:cNvSpPr/>
          <p:nvPr/>
        </p:nvSpPr>
        <p:spPr>
          <a:xfrm>
            <a:off x="3119956" y="8051574"/>
            <a:ext cx="6340971" cy="0"/>
          </a:xfrm>
          <a:prstGeom prst="line">
            <a:avLst/>
          </a:prstGeom>
          <a:ln w="19050" cap="rnd">
            <a:solidFill>
              <a:srgbClr val="C91313">
                <a:alpha val="4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TextBox 45"/>
          <p:cNvSpPr txBox="1"/>
          <p:nvPr/>
        </p:nvSpPr>
        <p:spPr>
          <a:xfrm>
            <a:off x="3119956" y="7180125"/>
            <a:ext cx="5334206" cy="79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1"/>
              </a:lnSpc>
            </a:pPr>
            <a:r>
              <a:rPr lang="zh-CN" altLang="en-US" sz="4786" b="1" spc="220" dirty="0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实现</a:t>
            </a:r>
            <a:r>
              <a:rPr lang="en-US" sz="4786" b="1" spc="220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价值</a:t>
            </a:r>
            <a:endParaRPr lang="en-US" sz="4786" b="1" spc="220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119956" y="8035210"/>
            <a:ext cx="5565051" cy="287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1514" spc="122">
                <a:solidFill>
                  <a:srgbClr val="C91313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The value of red education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895973" y="7284900"/>
            <a:ext cx="1038175" cy="1038175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059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416" tIns="49416" rIns="49416" bIns="4941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962716" y="7361497"/>
            <a:ext cx="904689" cy="78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3"/>
              </a:lnSpc>
            </a:pPr>
            <a:r>
              <a:rPr lang="en-US" sz="4574" spc="210">
                <a:solidFill>
                  <a:srgbClr val="FBEFE8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04</a:t>
            </a:r>
          </a:p>
        </p:txBody>
      </p:sp>
      <p:grpSp>
        <p:nvGrpSpPr>
          <p:cNvPr id="51" name="Group 51"/>
          <p:cNvGrpSpPr/>
          <p:nvPr/>
        </p:nvGrpSpPr>
        <p:grpSpPr>
          <a:xfrm rot="10635661">
            <a:off x="10508025" y="5715501"/>
            <a:ext cx="10286909" cy="9702851"/>
            <a:chOff x="0" y="0"/>
            <a:chExt cx="13715878" cy="12937135"/>
          </a:xfrm>
        </p:grpSpPr>
        <p:sp>
          <p:nvSpPr>
            <p:cNvPr id="52" name="Freeform 52"/>
            <p:cNvSpPr/>
            <p:nvPr/>
          </p:nvSpPr>
          <p:spPr>
            <a:xfrm rot="2146128">
              <a:off x="2125340" y="1491042"/>
              <a:ext cx="8314201" cy="9955051"/>
            </a:xfrm>
            <a:custGeom>
              <a:avLst/>
              <a:gdLst/>
              <a:ahLst/>
              <a:cxnLst/>
              <a:rect l="l" t="t" r="r" b="b"/>
              <a:pathLst>
                <a:path w="8314201" h="9955051">
                  <a:moveTo>
                    <a:pt x="0" y="0"/>
                  </a:moveTo>
                  <a:lnTo>
                    <a:pt x="8314202" y="0"/>
                  </a:lnTo>
                  <a:lnTo>
                    <a:pt x="8314202" y="9955051"/>
                  </a:lnTo>
                  <a:lnTo>
                    <a:pt x="0" y="9955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 rot="3149170">
              <a:off x="8157015" y="3867275"/>
              <a:ext cx="4345064" cy="5202584"/>
            </a:xfrm>
            <a:custGeom>
              <a:avLst/>
              <a:gdLst/>
              <a:ahLst/>
              <a:cxnLst/>
              <a:rect l="l" t="t" r="r" b="b"/>
              <a:pathLst>
                <a:path w="4345064" h="5202584">
                  <a:moveTo>
                    <a:pt x="0" y="0"/>
                  </a:moveTo>
                  <a:lnTo>
                    <a:pt x="4345064" y="0"/>
                  </a:lnTo>
                  <a:lnTo>
                    <a:pt x="4345064" y="5202584"/>
                  </a:lnTo>
                  <a:lnTo>
                    <a:pt x="0" y="5202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54" name="Freeform 54"/>
          <p:cNvSpPr/>
          <p:nvPr/>
        </p:nvSpPr>
        <p:spPr>
          <a:xfrm rot="-1924632" flipH="1">
            <a:off x="-2057055" y="782978"/>
            <a:ext cx="7730385" cy="5140706"/>
          </a:xfrm>
          <a:custGeom>
            <a:avLst/>
            <a:gdLst/>
            <a:ahLst/>
            <a:cxnLst/>
            <a:rect l="l" t="t" r="r" b="b"/>
            <a:pathLst>
              <a:path w="7730385" h="5140706">
                <a:moveTo>
                  <a:pt x="7730385" y="0"/>
                </a:moveTo>
                <a:lnTo>
                  <a:pt x="0" y="0"/>
                </a:lnTo>
                <a:lnTo>
                  <a:pt x="0" y="5140706"/>
                </a:lnTo>
                <a:lnTo>
                  <a:pt x="7730385" y="5140706"/>
                </a:lnTo>
                <a:lnTo>
                  <a:pt x="7730385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 flipH="1">
            <a:off x="1227919" y="2609603"/>
            <a:ext cx="4753281" cy="2313715"/>
          </a:xfrm>
          <a:custGeom>
            <a:avLst/>
            <a:gdLst/>
            <a:ahLst/>
            <a:cxnLst/>
            <a:rect l="l" t="t" r="r" b="b"/>
            <a:pathLst>
              <a:path w="4753281" h="2313715">
                <a:moveTo>
                  <a:pt x="4753282" y="0"/>
                </a:moveTo>
                <a:lnTo>
                  <a:pt x="0" y="0"/>
                </a:lnTo>
                <a:lnTo>
                  <a:pt x="0" y="2313715"/>
                </a:lnTo>
                <a:lnTo>
                  <a:pt x="4753282" y="2313715"/>
                </a:lnTo>
                <a:lnTo>
                  <a:pt x="4753282" y="0"/>
                </a:lnTo>
                <a:close/>
              </a:path>
            </a:pathLst>
          </a:custGeom>
          <a:blipFill>
            <a:blip r:embed="rId6">
              <a:alphaModFix amt="89000"/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15104855" y="-160706"/>
            <a:ext cx="4748499" cy="1940949"/>
          </a:xfrm>
          <a:custGeom>
            <a:avLst/>
            <a:gdLst/>
            <a:ahLst/>
            <a:cxnLst/>
            <a:rect l="l" t="t" r="r" b="b"/>
            <a:pathLst>
              <a:path w="4748499" h="1940949">
                <a:moveTo>
                  <a:pt x="0" y="0"/>
                </a:moveTo>
                <a:lnTo>
                  <a:pt x="4748499" y="0"/>
                </a:lnTo>
                <a:lnTo>
                  <a:pt x="4748499" y="1940949"/>
                </a:lnTo>
                <a:lnTo>
                  <a:pt x="0" y="1940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 rot="7556828" flipH="1">
            <a:off x="-955075" y="-5233001"/>
            <a:ext cx="6740271" cy="8729978"/>
          </a:xfrm>
          <a:custGeom>
            <a:avLst/>
            <a:gdLst/>
            <a:ahLst/>
            <a:cxnLst/>
            <a:rect l="l" t="t" r="r" b="b"/>
            <a:pathLst>
              <a:path w="6740271" h="8729978">
                <a:moveTo>
                  <a:pt x="6740270" y="0"/>
                </a:moveTo>
                <a:lnTo>
                  <a:pt x="0" y="0"/>
                </a:lnTo>
                <a:lnTo>
                  <a:pt x="0" y="8729978"/>
                </a:lnTo>
                <a:lnTo>
                  <a:pt x="6740270" y="8729978"/>
                </a:lnTo>
                <a:lnTo>
                  <a:pt x="674027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9" name="Freeform 25">
            <a:extLst>
              <a:ext uri="{FF2B5EF4-FFF2-40B4-BE49-F238E27FC236}">
                <a16:creationId xmlns:a16="http://schemas.microsoft.com/office/drawing/2014/main" id="{A366DD12-AAD4-A26D-3772-0F32E7CE2105}"/>
              </a:ext>
            </a:extLst>
          </p:cNvPr>
          <p:cNvSpPr/>
          <p:nvPr/>
        </p:nvSpPr>
        <p:spPr>
          <a:xfrm>
            <a:off x="15970037" y="138782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 l="-12174" t="-5498" r="-8582" b="-8905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>
            <a:extLst>
              <a:ext uri="{FF2B5EF4-FFF2-40B4-BE49-F238E27FC236}">
                <a16:creationId xmlns:a16="http://schemas.microsoft.com/office/drawing/2014/main" id="{2D10FF47-C329-892A-2051-4D7C9E32C1C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" t="51365" r="483" b="12683"/>
          <a:stretch>
            <a:fillRect/>
          </a:stretch>
        </p:blipFill>
        <p:spPr>
          <a:xfrm>
            <a:off x="-6" y="-32576"/>
            <a:ext cx="18288006" cy="1031957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5400000">
            <a:off x="7600950" y="-7600950"/>
            <a:ext cx="3086100" cy="18288000"/>
            <a:chOff x="0" y="0"/>
            <a:chExt cx="812800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816592"/>
            </a:xfrm>
            <a:custGeom>
              <a:avLst/>
              <a:gdLst/>
              <a:ahLst/>
              <a:cxnLst/>
              <a:rect l="l" t="t" r="r" b="b"/>
              <a:pathLst>
                <a:path w="812800" h="4816592">
                  <a:moveTo>
                    <a:pt x="0" y="0"/>
                  </a:moveTo>
                  <a:lnTo>
                    <a:pt x="812800" y="0"/>
                  </a:lnTo>
                  <a:lnTo>
                    <a:pt x="81280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F58457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308821" y="4960289"/>
            <a:ext cx="3628961" cy="3325977"/>
          </a:xfrm>
          <a:custGeom>
            <a:avLst/>
            <a:gdLst/>
            <a:ahLst/>
            <a:cxnLst/>
            <a:rect l="l" t="t" r="r" b="b"/>
            <a:pathLst>
              <a:path w="3628961" h="3325977">
                <a:moveTo>
                  <a:pt x="0" y="0"/>
                </a:moveTo>
                <a:lnTo>
                  <a:pt x="3628962" y="0"/>
                </a:lnTo>
                <a:lnTo>
                  <a:pt x="3628962" y="3325978"/>
                </a:lnTo>
                <a:lnTo>
                  <a:pt x="0" y="332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83025" y="5676744"/>
            <a:ext cx="4379169" cy="4200428"/>
          </a:xfrm>
          <a:custGeom>
            <a:avLst/>
            <a:gdLst/>
            <a:ahLst/>
            <a:cxnLst/>
            <a:rect l="l" t="t" r="r" b="b"/>
            <a:pathLst>
              <a:path w="4379169" h="4200428">
                <a:moveTo>
                  <a:pt x="0" y="0"/>
                </a:moveTo>
                <a:lnTo>
                  <a:pt x="4379169" y="0"/>
                </a:lnTo>
                <a:lnTo>
                  <a:pt x="4379169" y="4200428"/>
                </a:lnTo>
                <a:lnTo>
                  <a:pt x="0" y="4200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 rot="-5400000">
            <a:off x="7437230" y="-563770"/>
            <a:ext cx="3413540" cy="18288000"/>
            <a:chOff x="0" y="0"/>
            <a:chExt cx="899039" cy="4816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99039" cy="4816592"/>
            </a:xfrm>
            <a:custGeom>
              <a:avLst/>
              <a:gdLst/>
              <a:ahLst/>
              <a:cxnLst/>
              <a:rect l="l" t="t" r="r" b="b"/>
              <a:pathLst>
                <a:path w="899039" h="4816592">
                  <a:moveTo>
                    <a:pt x="0" y="0"/>
                  </a:moveTo>
                  <a:lnTo>
                    <a:pt x="899039" y="0"/>
                  </a:lnTo>
                  <a:lnTo>
                    <a:pt x="89903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64B26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99039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475618" y="7459714"/>
            <a:ext cx="9779322" cy="4549794"/>
          </a:xfrm>
          <a:custGeom>
            <a:avLst/>
            <a:gdLst/>
            <a:ahLst/>
            <a:cxnLst/>
            <a:rect l="l" t="t" r="r" b="b"/>
            <a:pathLst>
              <a:path w="9779322" h="4549794">
                <a:moveTo>
                  <a:pt x="0" y="0"/>
                </a:moveTo>
                <a:lnTo>
                  <a:pt x="9779322" y="0"/>
                </a:lnTo>
                <a:lnTo>
                  <a:pt x="9779322" y="4549794"/>
                </a:lnTo>
                <a:lnTo>
                  <a:pt x="0" y="4549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335"/>
            </a:stretch>
          </a:blipFill>
        </p:spPr>
      </p:sp>
      <p:sp>
        <p:nvSpPr>
          <p:cNvPr id="11" name="Freeform 11"/>
          <p:cNvSpPr/>
          <p:nvPr/>
        </p:nvSpPr>
        <p:spPr>
          <a:xfrm rot="1427816">
            <a:off x="-1447857" y="7020776"/>
            <a:ext cx="11810393" cy="5559992"/>
          </a:xfrm>
          <a:custGeom>
            <a:avLst/>
            <a:gdLst/>
            <a:ahLst/>
            <a:cxnLst/>
            <a:rect l="l" t="t" r="r" b="b"/>
            <a:pathLst>
              <a:path w="11810393" h="5559992">
                <a:moveTo>
                  <a:pt x="0" y="0"/>
                </a:moveTo>
                <a:lnTo>
                  <a:pt x="11810394" y="0"/>
                </a:lnTo>
                <a:lnTo>
                  <a:pt x="11810394" y="5559992"/>
                </a:lnTo>
                <a:lnTo>
                  <a:pt x="0" y="5559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146128">
            <a:off x="-976547" y="-4455142"/>
            <a:ext cx="6873149" cy="8229600"/>
          </a:xfrm>
          <a:custGeom>
            <a:avLst/>
            <a:gdLst/>
            <a:ahLst/>
            <a:cxnLst/>
            <a:rect l="l" t="t" r="r" b="b"/>
            <a:pathLst>
              <a:path w="6873149" h="8229600">
                <a:moveTo>
                  <a:pt x="0" y="0"/>
                </a:moveTo>
                <a:lnTo>
                  <a:pt x="6873149" y="0"/>
                </a:lnTo>
                <a:lnTo>
                  <a:pt x="687314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3149170">
            <a:off x="4009693" y="-2490767"/>
            <a:ext cx="3591959" cy="4300850"/>
          </a:xfrm>
          <a:custGeom>
            <a:avLst/>
            <a:gdLst/>
            <a:ahLst/>
            <a:cxnLst/>
            <a:rect l="l" t="t" r="r" b="b"/>
            <a:pathLst>
              <a:path w="3591959" h="4300850">
                <a:moveTo>
                  <a:pt x="0" y="0"/>
                </a:moveTo>
                <a:lnTo>
                  <a:pt x="3591959" y="0"/>
                </a:lnTo>
                <a:lnTo>
                  <a:pt x="3591959" y="4300850"/>
                </a:lnTo>
                <a:lnTo>
                  <a:pt x="0" y="43008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50045" y="190917"/>
            <a:ext cx="561205" cy="514350"/>
          </a:xfrm>
          <a:custGeom>
            <a:avLst/>
            <a:gdLst/>
            <a:ahLst/>
            <a:cxnLst/>
            <a:rect l="l" t="t" r="r" b="b"/>
            <a:pathLst>
              <a:path w="561205" h="514350">
                <a:moveTo>
                  <a:pt x="0" y="0"/>
                </a:moveTo>
                <a:lnTo>
                  <a:pt x="561206" y="0"/>
                </a:lnTo>
                <a:lnTo>
                  <a:pt x="56120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7259300" y="4654841"/>
            <a:ext cx="673337" cy="617120"/>
          </a:xfrm>
          <a:custGeom>
            <a:avLst/>
            <a:gdLst/>
            <a:ahLst/>
            <a:cxnLst/>
            <a:rect l="l" t="t" r="r" b="b"/>
            <a:pathLst>
              <a:path w="673337" h="617120">
                <a:moveTo>
                  <a:pt x="0" y="0"/>
                </a:moveTo>
                <a:lnTo>
                  <a:pt x="673337" y="0"/>
                </a:lnTo>
                <a:lnTo>
                  <a:pt x="673337" y="617120"/>
                </a:lnTo>
                <a:lnTo>
                  <a:pt x="0" y="617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688137" y="1028700"/>
            <a:ext cx="4011647" cy="1952716"/>
          </a:xfrm>
          <a:custGeom>
            <a:avLst/>
            <a:gdLst/>
            <a:ahLst/>
            <a:cxnLst/>
            <a:rect l="l" t="t" r="r" b="b"/>
            <a:pathLst>
              <a:path w="4011647" h="1952716">
                <a:moveTo>
                  <a:pt x="0" y="0"/>
                </a:moveTo>
                <a:lnTo>
                  <a:pt x="4011647" y="0"/>
                </a:lnTo>
                <a:lnTo>
                  <a:pt x="4011647" y="1952716"/>
                </a:lnTo>
                <a:lnTo>
                  <a:pt x="0" y="19527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9000"/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884867" y="4922189"/>
            <a:ext cx="518265" cy="474995"/>
          </a:xfrm>
          <a:custGeom>
            <a:avLst/>
            <a:gdLst/>
            <a:ahLst/>
            <a:cxnLst/>
            <a:rect l="l" t="t" r="r" b="b"/>
            <a:pathLst>
              <a:path w="518265" h="474995">
                <a:moveTo>
                  <a:pt x="0" y="0"/>
                </a:moveTo>
                <a:lnTo>
                  <a:pt x="518266" y="0"/>
                </a:lnTo>
                <a:lnTo>
                  <a:pt x="518266" y="474995"/>
                </a:lnTo>
                <a:lnTo>
                  <a:pt x="0" y="474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 flipV="1">
            <a:off x="2590661" y="5159687"/>
            <a:ext cx="6124142" cy="0"/>
          </a:xfrm>
          <a:prstGeom prst="line">
            <a:avLst/>
          </a:prstGeom>
          <a:ln w="28575" cap="rnd">
            <a:solidFill>
              <a:srgbClr val="C9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flipV="1">
            <a:off x="9573197" y="5159687"/>
            <a:ext cx="6124142" cy="0"/>
          </a:xfrm>
          <a:prstGeom prst="line">
            <a:avLst/>
          </a:prstGeom>
          <a:ln w="28575" cap="rnd">
            <a:solidFill>
              <a:srgbClr val="C9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2455401" y="3231836"/>
            <a:ext cx="13377198" cy="1624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31"/>
              </a:lnSpc>
            </a:pPr>
            <a:r>
              <a:rPr lang="en-US" sz="9522" b="1" spc="771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背景和意义</a:t>
            </a:r>
            <a:endParaRPr lang="en-US" sz="9522" b="1" spc="771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739723" y="1449198"/>
            <a:ext cx="4808555" cy="1898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02"/>
              </a:lnSpc>
            </a:pPr>
            <a:r>
              <a:rPr lang="en-US" sz="11073" spc="896">
                <a:solidFill>
                  <a:srgbClr val="C91313">
                    <a:alpha val="60784"/>
                  </a:srgbClr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01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256291" y="7551868"/>
            <a:ext cx="3775416" cy="388299"/>
            <a:chOff x="0" y="0"/>
            <a:chExt cx="5033889" cy="517732"/>
          </a:xfrm>
        </p:grpSpPr>
        <p:sp>
          <p:nvSpPr>
            <p:cNvPr id="23" name="AutoShape 23"/>
            <p:cNvSpPr/>
            <p:nvPr/>
          </p:nvSpPr>
          <p:spPr>
            <a:xfrm>
              <a:off x="0" y="4453"/>
              <a:ext cx="142408" cy="0"/>
            </a:xfrm>
            <a:prstGeom prst="line">
              <a:avLst/>
            </a:prstGeom>
            <a:ln w="8012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AutoShape 24"/>
            <p:cNvSpPr/>
            <p:nvPr/>
          </p:nvSpPr>
          <p:spPr>
            <a:xfrm flipV="1">
              <a:off x="4453" y="0"/>
              <a:ext cx="0" cy="258866"/>
            </a:xfrm>
            <a:prstGeom prst="line">
              <a:avLst/>
            </a:prstGeom>
            <a:ln w="8012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AutoShape 25"/>
            <p:cNvSpPr/>
            <p:nvPr/>
          </p:nvSpPr>
          <p:spPr>
            <a:xfrm flipH="1">
              <a:off x="4891481" y="513278"/>
              <a:ext cx="142408" cy="0"/>
            </a:xfrm>
            <a:prstGeom prst="line">
              <a:avLst/>
            </a:prstGeom>
            <a:ln w="8012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5029437" y="258866"/>
              <a:ext cx="0" cy="258866"/>
            </a:xfrm>
            <a:prstGeom prst="line">
              <a:avLst/>
            </a:prstGeom>
            <a:ln w="8012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679" y="15396"/>
              <a:ext cx="4862531" cy="455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1"/>
                </a:lnSpc>
              </a:pPr>
              <a:r>
                <a:rPr lang="en-US" sz="2051" b="1" spc="315" dirty="0" err="1">
                  <a:solidFill>
                    <a:srgbClr val="C91313"/>
                  </a:solidFill>
                  <a:latin typeface="思源宋体 Bold"/>
                  <a:ea typeface="思源宋体 Bold"/>
                  <a:cs typeface="思源宋体 Bold"/>
                  <a:sym typeface="思源宋体 Bold"/>
                </a:rPr>
                <a:t>红色主题通用模板</a:t>
              </a:r>
              <a:endParaRPr lang="en-US" sz="2051" b="1" spc="315" dirty="0">
                <a:solidFill>
                  <a:srgbClr val="C91313"/>
                </a:solidFill>
                <a:latin typeface="思源宋体 Bold"/>
                <a:ea typeface="思源宋体 Bold"/>
                <a:cs typeface="思源宋体 Bold"/>
                <a:sym typeface="思源宋体 Bold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162512" y="6746958"/>
            <a:ext cx="3962977" cy="639314"/>
            <a:chOff x="0" y="0"/>
            <a:chExt cx="5283969" cy="852418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5283969" cy="852418"/>
              <a:chOff x="0" y="0"/>
              <a:chExt cx="1043747" cy="16837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43747" cy="168379"/>
              </a:xfrm>
              <a:custGeom>
                <a:avLst/>
                <a:gdLst/>
                <a:ahLst/>
                <a:cxnLst/>
                <a:rect l="l" t="t" r="r" b="b"/>
                <a:pathLst>
                  <a:path w="1043747" h="168379">
                    <a:moveTo>
                      <a:pt x="84189" y="0"/>
                    </a:moveTo>
                    <a:lnTo>
                      <a:pt x="959558" y="0"/>
                    </a:lnTo>
                    <a:cubicBezTo>
                      <a:pt x="1006054" y="0"/>
                      <a:pt x="1043747" y="37693"/>
                      <a:pt x="1043747" y="84189"/>
                    </a:cubicBezTo>
                    <a:lnTo>
                      <a:pt x="1043747" y="84189"/>
                    </a:lnTo>
                    <a:cubicBezTo>
                      <a:pt x="1043747" y="106518"/>
                      <a:pt x="1034877" y="127932"/>
                      <a:pt x="1019088" y="143720"/>
                    </a:cubicBezTo>
                    <a:cubicBezTo>
                      <a:pt x="1003300" y="159509"/>
                      <a:pt x="981886" y="168379"/>
                      <a:pt x="959558" y="168379"/>
                    </a:cubicBezTo>
                    <a:lnTo>
                      <a:pt x="84189" y="168379"/>
                    </a:lnTo>
                    <a:cubicBezTo>
                      <a:pt x="61861" y="168379"/>
                      <a:pt x="40447" y="159509"/>
                      <a:pt x="24659" y="143720"/>
                    </a:cubicBezTo>
                    <a:cubicBezTo>
                      <a:pt x="8870" y="127932"/>
                      <a:pt x="0" y="106518"/>
                      <a:pt x="0" y="84189"/>
                    </a:cubicBezTo>
                    <a:lnTo>
                      <a:pt x="0" y="84189"/>
                    </a:lnTo>
                    <a:cubicBezTo>
                      <a:pt x="0" y="61861"/>
                      <a:pt x="8870" y="40447"/>
                      <a:pt x="24659" y="24659"/>
                    </a:cubicBezTo>
                    <a:cubicBezTo>
                      <a:pt x="40447" y="8870"/>
                      <a:pt x="61861" y="0"/>
                      <a:pt x="8418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3D28">
                      <a:alpha val="100000"/>
                    </a:srgbClr>
                  </a:gs>
                  <a:gs pos="100000">
                    <a:srgbClr val="980000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1043747" cy="2064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98344" y="137121"/>
              <a:ext cx="4087280" cy="540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8"/>
                </a:lnSpc>
              </a:pPr>
              <a:r>
                <a:rPr lang="en-US" sz="2477" spc="200" dirty="0" err="1">
                  <a:solidFill>
                    <a:srgbClr val="FBEFE8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点击此处输入副标题</a:t>
              </a:r>
              <a:endParaRPr lang="en-US" sz="2477" spc="200" dirty="0">
                <a:solidFill>
                  <a:srgbClr val="FBEFE8"/>
                </a:solidFill>
                <a:latin typeface="思源宋体"/>
                <a:ea typeface="思源宋体"/>
                <a:cs typeface="思源宋体"/>
                <a:sym typeface="思源宋体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38017" y="353139"/>
              <a:ext cx="146140" cy="146140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08571" y="390784"/>
              <a:ext cx="70850" cy="70850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>
                  <a:alpha val="45882"/>
                </a:srgbClr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-10800000">
              <a:off x="4799812" y="353139"/>
              <a:ext cx="146140" cy="146140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 rot="-10800000">
              <a:off x="5004547" y="390784"/>
              <a:ext cx="70850" cy="70850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>
                  <a:alpha val="45882"/>
                </a:srgbClr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5" name="Freeform 45"/>
          <p:cNvSpPr/>
          <p:nvPr/>
        </p:nvSpPr>
        <p:spPr>
          <a:xfrm>
            <a:off x="15104855" y="-160706"/>
            <a:ext cx="4748499" cy="1940949"/>
          </a:xfrm>
          <a:custGeom>
            <a:avLst/>
            <a:gdLst/>
            <a:ahLst/>
            <a:cxnLst/>
            <a:rect l="l" t="t" r="r" b="b"/>
            <a:pathLst>
              <a:path w="4748499" h="1940949">
                <a:moveTo>
                  <a:pt x="0" y="0"/>
                </a:moveTo>
                <a:lnTo>
                  <a:pt x="4748499" y="0"/>
                </a:lnTo>
                <a:lnTo>
                  <a:pt x="4748499" y="1940949"/>
                </a:lnTo>
                <a:lnTo>
                  <a:pt x="0" y="1940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flipH="1">
            <a:off x="4117332" y="6490534"/>
            <a:ext cx="1491325" cy="1329801"/>
          </a:xfrm>
          <a:custGeom>
            <a:avLst/>
            <a:gdLst/>
            <a:ahLst/>
            <a:cxnLst/>
            <a:rect l="l" t="t" r="r" b="b"/>
            <a:pathLst>
              <a:path w="1491325" h="1329801">
                <a:moveTo>
                  <a:pt x="1491325" y="0"/>
                </a:moveTo>
                <a:lnTo>
                  <a:pt x="0" y="0"/>
                </a:lnTo>
                <a:lnTo>
                  <a:pt x="0" y="1329801"/>
                </a:lnTo>
                <a:lnTo>
                  <a:pt x="1491325" y="1329801"/>
                </a:lnTo>
                <a:lnTo>
                  <a:pt x="1491325" y="0"/>
                </a:lnTo>
                <a:close/>
              </a:path>
            </a:pathLst>
          </a:custGeom>
          <a:blipFill>
            <a:blip r:embed="rId10">
              <a:alphaModFix amt="31000"/>
            </a:blip>
            <a:stretch>
              <a:fillRect l="-83188"/>
            </a:stretch>
          </a:blipFill>
        </p:spPr>
      </p:sp>
      <p:sp>
        <p:nvSpPr>
          <p:cNvPr id="47" name="Freeform 47"/>
          <p:cNvSpPr/>
          <p:nvPr/>
        </p:nvSpPr>
        <p:spPr>
          <a:xfrm rot="-2567252">
            <a:off x="8351282" y="642400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 rot="-2567252">
            <a:off x="2240455" y="2337407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1"/>
                </a:lnTo>
                <a:lnTo>
                  <a:pt x="0" y="772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50" name="Freeform 25">
            <a:extLst>
              <a:ext uri="{FF2B5EF4-FFF2-40B4-BE49-F238E27FC236}">
                <a16:creationId xmlns:a16="http://schemas.microsoft.com/office/drawing/2014/main" id="{88A004FE-492C-603D-69C7-EEF8F82E9B1E}"/>
              </a:ext>
            </a:extLst>
          </p:cNvPr>
          <p:cNvSpPr/>
          <p:nvPr/>
        </p:nvSpPr>
        <p:spPr>
          <a:xfrm>
            <a:off x="15970037" y="138782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 l="-12174" t="-5498" r="-8582" b="-8905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90">
            <a:extLst>
              <a:ext uri="{FF2B5EF4-FFF2-40B4-BE49-F238E27FC236}">
                <a16:creationId xmlns:a16="http://schemas.microsoft.com/office/drawing/2014/main" id="{24674879-BFDF-5456-3C67-59282B9FCF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" t="51365" r="483" b="12683"/>
          <a:stretch>
            <a:fillRect/>
          </a:stretch>
        </p:blipFill>
        <p:spPr>
          <a:xfrm>
            <a:off x="-6" y="-32576"/>
            <a:ext cx="18288006" cy="1031957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-5400000">
            <a:off x="8289939" y="288939"/>
            <a:ext cx="1708123" cy="18288000"/>
            <a:chOff x="0" y="0"/>
            <a:chExt cx="449876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876" cy="4816592"/>
            </a:xfrm>
            <a:custGeom>
              <a:avLst/>
              <a:gdLst/>
              <a:ahLst/>
              <a:cxnLst/>
              <a:rect l="l" t="t" r="r" b="b"/>
              <a:pathLst>
                <a:path w="449876" h="4816592">
                  <a:moveTo>
                    <a:pt x="0" y="0"/>
                  </a:moveTo>
                  <a:lnTo>
                    <a:pt x="449876" y="0"/>
                  </a:lnTo>
                  <a:lnTo>
                    <a:pt x="449876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64B26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876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475618" y="7459714"/>
            <a:ext cx="9779322" cy="4549794"/>
          </a:xfrm>
          <a:custGeom>
            <a:avLst/>
            <a:gdLst/>
            <a:ahLst/>
            <a:cxnLst/>
            <a:rect l="l" t="t" r="r" b="b"/>
            <a:pathLst>
              <a:path w="9779322" h="4549794">
                <a:moveTo>
                  <a:pt x="0" y="0"/>
                </a:moveTo>
                <a:lnTo>
                  <a:pt x="9779322" y="0"/>
                </a:lnTo>
                <a:lnTo>
                  <a:pt x="9779322" y="4549794"/>
                </a:lnTo>
                <a:lnTo>
                  <a:pt x="0" y="4549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335"/>
            </a:stretch>
          </a:blipFill>
        </p:spPr>
      </p:sp>
      <p:grpSp>
        <p:nvGrpSpPr>
          <p:cNvPr id="6" name="Group 6"/>
          <p:cNvGrpSpPr/>
          <p:nvPr/>
        </p:nvGrpSpPr>
        <p:grpSpPr>
          <a:xfrm rot="5400000">
            <a:off x="8426372" y="-8426372"/>
            <a:ext cx="1435256" cy="18288000"/>
            <a:chOff x="0" y="0"/>
            <a:chExt cx="378010" cy="48165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8010" cy="4816592"/>
            </a:xfrm>
            <a:custGeom>
              <a:avLst/>
              <a:gdLst/>
              <a:ahLst/>
              <a:cxnLst/>
              <a:rect l="l" t="t" r="r" b="b"/>
              <a:pathLst>
                <a:path w="378010" h="4816592">
                  <a:moveTo>
                    <a:pt x="0" y="0"/>
                  </a:moveTo>
                  <a:lnTo>
                    <a:pt x="378010" y="0"/>
                  </a:lnTo>
                  <a:lnTo>
                    <a:pt x="37801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F58457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801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10739391">
            <a:off x="-4365765" y="-1910938"/>
            <a:ext cx="9779322" cy="4549794"/>
          </a:xfrm>
          <a:custGeom>
            <a:avLst/>
            <a:gdLst/>
            <a:ahLst/>
            <a:cxnLst/>
            <a:rect l="l" t="t" r="r" b="b"/>
            <a:pathLst>
              <a:path w="9779322" h="4549794">
                <a:moveTo>
                  <a:pt x="0" y="0"/>
                </a:moveTo>
                <a:lnTo>
                  <a:pt x="9779322" y="0"/>
                </a:lnTo>
                <a:lnTo>
                  <a:pt x="9779322" y="4549793"/>
                </a:lnTo>
                <a:lnTo>
                  <a:pt x="0" y="4549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33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931863" y="8026488"/>
            <a:ext cx="1863726" cy="1708123"/>
          </a:xfrm>
          <a:custGeom>
            <a:avLst/>
            <a:gdLst/>
            <a:ahLst/>
            <a:cxnLst/>
            <a:rect l="l" t="t" r="r" b="b"/>
            <a:pathLst>
              <a:path w="1863726" h="1708123">
                <a:moveTo>
                  <a:pt x="0" y="0"/>
                </a:moveTo>
                <a:lnTo>
                  <a:pt x="1863726" y="0"/>
                </a:lnTo>
                <a:lnTo>
                  <a:pt x="1863726" y="1708123"/>
                </a:lnTo>
                <a:lnTo>
                  <a:pt x="0" y="1708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989015" y="-136433"/>
            <a:ext cx="1863726" cy="1708123"/>
          </a:xfrm>
          <a:custGeom>
            <a:avLst/>
            <a:gdLst/>
            <a:ahLst/>
            <a:cxnLst/>
            <a:rect l="l" t="t" r="r" b="b"/>
            <a:pathLst>
              <a:path w="1863726" h="1708123">
                <a:moveTo>
                  <a:pt x="0" y="0"/>
                </a:moveTo>
                <a:lnTo>
                  <a:pt x="1863726" y="0"/>
                </a:lnTo>
                <a:lnTo>
                  <a:pt x="1863726" y="1708122"/>
                </a:lnTo>
                <a:lnTo>
                  <a:pt x="0" y="1708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645333" y="1028700"/>
            <a:ext cx="1398663" cy="1260986"/>
          </a:xfrm>
          <a:custGeom>
            <a:avLst/>
            <a:gdLst/>
            <a:ahLst/>
            <a:cxnLst/>
            <a:rect l="l" t="t" r="r" b="b"/>
            <a:pathLst>
              <a:path w="1398663" h="1260986">
                <a:moveTo>
                  <a:pt x="0" y="0"/>
                </a:moveTo>
                <a:lnTo>
                  <a:pt x="1398663" y="0"/>
                </a:lnTo>
                <a:lnTo>
                  <a:pt x="1398663" y="1260986"/>
                </a:lnTo>
                <a:lnTo>
                  <a:pt x="0" y="12609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000"/>
            </a:blip>
            <a:stretch>
              <a:fillRect l="-228452" t="-77333"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1952142" y="3279109"/>
            <a:ext cx="14383717" cy="0"/>
          </a:xfrm>
          <a:prstGeom prst="line">
            <a:avLst/>
          </a:prstGeom>
          <a:ln w="19050" cap="rnd">
            <a:solidFill>
              <a:srgbClr val="C91313">
                <a:alpha val="42745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952142" y="4496474"/>
            <a:ext cx="3136016" cy="3276770"/>
            <a:chOff x="0" y="0"/>
            <a:chExt cx="485851" cy="5076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5851" cy="507657"/>
            </a:xfrm>
            <a:custGeom>
              <a:avLst/>
              <a:gdLst/>
              <a:ahLst/>
              <a:cxnLst/>
              <a:rect l="l" t="t" r="r" b="b"/>
              <a:pathLst>
                <a:path w="485851" h="507657">
                  <a:moveTo>
                    <a:pt x="29625" y="0"/>
                  </a:moveTo>
                  <a:lnTo>
                    <a:pt x="456226" y="0"/>
                  </a:lnTo>
                  <a:cubicBezTo>
                    <a:pt x="464083" y="0"/>
                    <a:pt x="471618" y="3121"/>
                    <a:pt x="477174" y="8677"/>
                  </a:cubicBezTo>
                  <a:cubicBezTo>
                    <a:pt x="482730" y="14233"/>
                    <a:pt x="485851" y="21768"/>
                    <a:pt x="485851" y="29625"/>
                  </a:cubicBezTo>
                  <a:lnTo>
                    <a:pt x="485851" y="478033"/>
                  </a:lnTo>
                  <a:cubicBezTo>
                    <a:pt x="485851" y="485890"/>
                    <a:pt x="482730" y="493425"/>
                    <a:pt x="477174" y="498981"/>
                  </a:cubicBezTo>
                  <a:cubicBezTo>
                    <a:pt x="471618" y="504536"/>
                    <a:pt x="464083" y="507657"/>
                    <a:pt x="456226" y="507657"/>
                  </a:cubicBezTo>
                  <a:lnTo>
                    <a:pt x="29625" y="507657"/>
                  </a:lnTo>
                  <a:cubicBezTo>
                    <a:pt x="21768" y="507657"/>
                    <a:pt x="14233" y="504536"/>
                    <a:pt x="8677" y="498981"/>
                  </a:cubicBezTo>
                  <a:cubicBezTo>
                    <a:pt x="3121" y="493425"/>
                    <a:pt x="0" y="485890"/>
                    <a:pt x="0" y="478033"/>
                  </a:cubicBezTo>
                  <a:lnTo>
                    <a:pt x="0" y="29625"/>
                  </a:lnTo>
                  <a:cubicBezTo>
                    <a:pt x="0" y="21768"/>
                    <a:pt x="3121" y="14233"/>
                    <a:pt x="8677" y="8677"/>
                  </a:cubicBezTo>
                  <a:cubicBezTo>
                    <a:pt x="14233" y="3121"/>
                    <a:pt x="21768" y="0"/>
                    <a:pt x="29625" y="0"/>
                  </a:cubicBezTo>
                  <a:close/>
                </a:path>
              </a:pathLst>
            </a:custGeom>
            <a:blipFill>
              <a:blip r:embed="rId6"/>
              <a:stretch>
                <a:fillRect l="-13809" r="-1380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952142" y="7919859"/>
            <a:ext cx="3136016" cy="467276"/>
            <a:chOff x="0" y="0"/>
            <a:chExt cx="1092683" cy="162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2683" cy="162813"/>
            </a:xfrm>
            <a:custGeom>
              <a:avLst/>
              <a:gdLst/>
              <a:ahLst/>
              <a:cxnLst/>
              <a:rect l="l" t="t" r="r" b="b"/>
              <a:pathLst>
                <a:path w="1092683" h="162813">
                  <a:moveTo>
                    <a:pt x="81407" y="0"/>
                  </a:moveTo>
                  <a:lnTo>
                    <a:pt x="1011276" y="0"/>
                  </a:lnTo>
                  <a:cubicBezTo>
                    <a:pt x="1056236" y="0"/>
                    <a:pt x="1092683" y="36447"/>
                    <a:pt x="1092683" y="81407"/>
                  </a:cubicBezTo>
                  <a:lnTo>
                    <a:pt x="1092683" y="81407"/>
                  </a:lnTo>
                  <a:cubicBezTo>
                    <a:pt x="1092683" y="126366"/>
                    <a:pt x="1056236" y="162813"/>
                    <a:pt x="1011276" y="162813"/>
                  </a:cubicBezTo>
                  <a:lnTo>
                    <a:pt x="81407" y="162813"/>
                  </a:lnTo>
                  <a:cubicBezTo>
                    <a:pt x="36447" y="162813"/>
                    <a:pt x="0" y="126366"/>
                    <a:pt x="0" y="81407"/>
                  </a:cubicBezTo>
                  <a:lnTo>
                    <a:pt x="0" y="81407"/>
                  </a:lnTo>
                  <a:cubicBezTo>
                    <a:pt x="0" y="36447"/>
                    <a:pt x="36447" y="0"/>
                    <a:pt x="814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3D28">
                    <a:alpha val="100000"/>
                  </a:srgbClr>
                </a:gs>
                <a:gs pos="100000">
                  <a:srgbClr val="98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92683" cy="191388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52753" y="8120059"/>
            <a:ext cx="86734" cy="82849"/>
            <a:chOff x="0" y="0"/>
            <a:chExt cx="850908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075928" y="8141401"/>
            <a:ext cx="42049" cy="40166"/>
            <a:chOff x="0" y="0"/>
            <a:chExt cx="850908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-10800000">
            <a:off x="4800813" y="8120059"/>
            <a:ext cx="86734" cy="82849"/>
            <a:chOff x="0" y="0"/>
            <a:chExt cx="850908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10800000">
            <a:off x="4922322" y="8141401"/>
            <a:ext cx="42049" cy="40166"/>
            <a:chOff x="0" y="0"/>
            <a:chExt cx="850908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01375" y="4496474"/>
            <a:ext cx="3136016" cy="3276770"/>
            <a:chOff x="0" y="0"/>
            <a:chExt cx="485851" cy="50765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5851" cy="507657"/>
            </a:xfrm>
            <a:custGeom>
              <a:avLst/>
              <a:gdLst/>
              <a:ahLst/>
              <a:cxnLst/>
              <a:rect l="l" t="t" r="r" b="b"/>
              <a:pathLst>
                <a:path w="485851" h="507657">
                  <a:moveTo>
                    <a:pt x="29625" y="0"/>
                  </a:moveTo>
                  <a:lnTo>
                    <a:pt x="456226" y="0"/>
                  </a:lnTo>
                  <a:cubicBezTo>
                    <a:pt x="464083" y="0"/>
                    <a:pt x="471618" y="3121"/>
                    <a:pt x="477174" y="8677"/>
                  </a:cubicBezTo>
                  <a:cubicBezTo>
                    <a:pt x="482730" y="14233"/>
                    <a:pt x="485851" y="21768"/>
                    <a:pt x="485851" y="29625"/>
                  </a:cubicBezTo>
                  <a:lnTo>
                    <a:pt x="485851" y="478033"/>
                  </a:lnTo>
                  <a:cubicBezTo>
                    <a:pt x="485851" y="485890"/>
                    <a:pt x="482730" y="493425"/>
                    <a:pt x="477174" y="498981"/>
                  </a:cubicBezTo>
                  <a:cubicBezTo>
                    <a:pt x="471618" y="504536"/>
                    <a:pt x="464083" y="507657"/>
                    <a:pt x="456226" y="507657"/>
                  </a:cubicBezTo>
                  <a:lnTo>
                    <a:pt x="29625" y="507657"/>
                  </a:lnTo>
                  <a:cubicBezTo>
                    <a:pt x="21768" y="507657"/>
                    <a:pt x="14233" y="504536"/>
                    <a:pt x="8677" y="498981"/>
                  </a:cubicBezTo>
                  <a:cubicBezTo>
                    <a:pt x="3121" y="493425"/>
                    <a:pt x="0" y="485890"/>
                    <a:pt x="0" y="478033"/>
                  </a:cubicBezTo>
                  <a:lnTo>
                    <a:pt x="0" y="29625"/>
                  </a:lnTo>
                  <a:cubicBezTo>
                    <a:pt x="0" y="21768"/>
                    <a:pt x="3121" y="14233"/>
                    <a:pt x="8677" y="8677"/>
                  </a:cubicBezTo>
                  <a:cubicBezTo>
                    <a:pt x="14233" y="3121"/>
                    <a:pt x="21768" y="0"/>
                    <a:pt x="29625" y="0"/>
                  </a:cubicBezTo>
                  <a:close/>
                </a:path>
              </a:pathLst>
            </a:custGeom>
            <a:blipFill>
              <a:blip r:embed="rId7"/>
              <a:stretch>
                <a:fillRect l="-42878" r="-42878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5701375" y="7919859"/>
            <a:ext cx="3136016" cy="467276"/>
            <a:chOff x="0" y="0"/>
            <a:chExt cx="1092683" cy="16281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2683" cy="162813"/>
            </a:xfrm>
            <a:custGeom>
              <a:avLst/>
              <a:gdLst/>
              <a:ahLst/>
              <a:cxnLst/>
              <a:rect l="l" t="t" r="r" b="b"/>
              <a:pathLst>
                <a:path w="1092683" h="162813">
                  <a:moveTo>
                    <a:pt x="81407" y="0"/>
                  </a:moveTo>
                  <a:lnTo>
                    <a:pt x="1011276" y="0"/>
                  </a:lnTo>
                  <a:cubicBezTo>
                    <a:pt x="1056236" y="0"/>
                    <a:pt x="1092683" y="36447"/>
                    <a:pt x="1092683" y="81407"/>
                  </a:cubicBezTo>
                  <a:lnTo>
                    <a:pt x="1092683" y="81407"/>
                  </a:lnTo>
                  <a:cubicBezTo>
                    <a:pt x="1092683" y="126366"/>
                    <a:pt x="1056236" y="162813"/>
                    <a:pt x="1011276" y="162813"/>
                  </a:cubicBezTo>
                  <a:lnTo>
                    <a:pt x="81407" y="162813"/>
                  </a:lnTo>
                  <a:cubicBezTo>
                    <a:pt x="36447" y="162813"/>
                    <a:pt x="0" y="126366"/>
                    <a:pt x="0" y="81407"/>
                  </a:cubicBezTo>
                  <a:lnTo>
                    <a:pt x="0" y="81407"/>
                  </a:lnTo>
                  <a:cubicBezTo>
                    <a:pt x="0" y="36447"/>
                    <a:pt x="36447" y="0"/>
                    <a:pt x="814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3D28">
                    <a:alpha val="100000"/>
                  </a:srgbClr>
                </a:gs>
                <a:gs pos="100000">
                  <a:srgbClr val="98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092683" cy="191388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01987" y="8120059"/>
            <a:ext cx="86734" cy="82849"/>
            <a:chOff x="0" y="0"/>
            <a:chExt cx="850908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825161" y="8141401"/>
            <a:ext cx="42049" cy="40166"/>
            <a:chOff x="0" y="0"/>
            <a:chExt cx="850908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 rot="-10800000">
            <a:off x="8550046" y="8120059"/>
            <a:ext cx="86734" cy="82849"/>
            <a:chOff x="0" y="0"/>
            <a:chExt cx="850908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 rot="-10800000">
            <a:off x="8671556" y="8141401"/>
            <a:ext cx="42049" cy="40166"/>
            <a:chOff x="0" y="0"/>
            <a:chExt cx="850908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450609" y="4496474"/>
            <a:ext cx="3136016" cy="3276770"/>
            <a:chOff x="0" y="0"/>
            <a:chExt cx="485851" cy="50765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5851" cy="507657"/>
            </a:xfrm>
            <a:custGeom>
              <a:avLst/>
              <a:gdLst/>
              <a:ahLst/>
              <a:cxnLst/>
              <a:rect l="l" t="t" r="r" b="b"/>
              <a:pathLst>
                <a:path w="485851" h="507657">
                  <a:moveTo>
                    <a:pt x="29625" y="0"/>
                  </a:moveTo>
                  <a:lnTo>
                    <a:pt x="456226" y="0"/>
                  </a:lnTo>
                  <a:cubicBezTo>
                    <a:pt x="464083" y="0"/>
                    <a:pt x="471618" y="3121"/>
                    <a:pt x="477174" y="8677"/>
                  </a:cubicBezTo>
                  <a:cubicBezTo>
                    <a:pt x="482730" y="14233"/>
                    <a:pt x="485851" y="21768"/>
                    <a:pt x="485851" y="29625"/>
                  </a:cubicBezTo>
                  <a:lnTo>
                    <a:pt x="485851" y="478033"/>
                  </a:lnTo>
                  <a:cubicBezTo>
                    <a:pt x="485851" y="485890"/>
                    <a:pt x="482730" y="493425"/>
                    <a:pt x="477174" y="498981"/>
                  </a:cubicBezTo>
                  <a:cubicBezTo>
                    <a:pt x="471618" y="504536"/>
                    <a:pt x="464083" y="507657"/>
                    <a:pt x="456226" y="507657"/>
                  </a:cubicBezTo>
                  <a:lnTo>
                    <a:pt x="29625" y="507657"/>
                  </a:lnTo>
                  <a:cubicBezTo>
                    <a:pt x="21768" y="507657"/>
                    <a:pt x="14233" y="504536"/>
                    <a:pt x="8677" y="498981"/>
                  </a:cubicBezTo>
                  <a:cubicBezTo>
                    <a:pt x="3121" y="493425"/>
                    <a:pt x="0" y="485890"/>
                    <a:pt x="0" y="478033"/>
                  </a:cubicBezTo>
                  <a:lnTo>
                    <a:pt x="0" y="29625"/>
                  </a:lnTo>
                  <a:cubicBezTo>
                    <a:pt x="0" y="21768"/>
                    <a:pt x="3121" y="14233"/>
                    <a:pt x="8677" y="8677"/>
                  </a:cubicBezTo>
                  <a:cubicBezTo>
                    <a:pt x="14233" y="3121"/>
                    <a:pt x="21768" y="0"/>
                    <a:pt x="29625" y="0"/>
                  </a:cubicBezTo>
                  <a:close/>
                </a:path>
              </a:pathLst>
            </a:custGeom>
            <a:blipFill>
              <a:blip r:embed="rId8"/>
              <a:stretch>
                <a:fillRect l="-42691" r="-42691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9450609" y="7919859"/>
            <a:ext cx="3136016" cy="467276"/>
            <a:chOff x="0" y="0"/>
            <a:chExt cx="1092683" cy="16281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92683" cy="162813"/>
            </a:xfrm>
            <a:custGeom>
              <a:avLst/>
              <a:gdLst/>
              <a:ahLst/>
              <a:cxnLst/>
              <a:rect l="l" t="t" r="r" b="b"/>
              <a:pathLst>
                <a:path w="1092683" h="162813">
                  <a:moveTo>
                    <a:pt x="81407" y="0"/>
                  </a:moveTo>
                  <a:lnTo>
                    <a:pt x="1011276" y="0"/>
                  </a:lnTo>
                  <a:cubicBezTo>
                    <a:pt x="1056236" y="0"/>
                    <a:pt x="1092683" y="36447"/>
                    <a:pt x="1092683" y="81407"/>
                  </a:cubicBezTo>
                  <a:lnTo>
                    <a:pt x="1092683" y="81407"/>
                  </a:lnTo>
                  <a:cubicBezTo>
                    <a:pt x="1092683" y="126366"/>
                    <a:pt x="1056236" y="162813"/>
                    <a:pt x="1011276" y="162813"/>
                  </a:cubicBezTo>
                  <a:lnTo>
                    <a:pt x="81407" y="162813"/>
                  </a:lnTo>
                  <a:cubicBezTo>
                    <a:pt x="36447" y="162813"/>
                    <a:pt x="0" y="126366"/>
                    <a:pt x="0" y="81407"/>
                  </a:cubicBezTo>
                  <a:lnTo>
                    <a:pt x="0" y="81407"/>
                  </a:lnTo>
                  <a:cubicBezTo>
                    <a:pt x="0" y="36447"/>
                    <a:pt x="36447" y="0"/>
                    <a:pt x="814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3D28">
                    <a:alpha val="100000"/>
                  </a:srgbClr>
                </a:gs>
                <a:gs pos="100000">
                  <a:srgbClr val="98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092683" cy="191388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51220" y="8120059"/>
            <a:ext cx="86734" cy="82849"/>
            <a:chOff x="0" y="0"/>
            <a:chExt cx="850908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74395" y="8141401"/>
            <a:ext cx="42049" cy="40166"/>
            <a:chOff x="0" y="0"/>
            <a:chExt cx="850908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 rot="-10800000">
            <a:off x="12299280" y="8120059"/>
            <a:ext cx="86734" cy="82849"/>
            <a:chOff x="0" y="0"/>
            <a:chExt cx="850908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 rot="-10800000">
            <a:off x="12420789" y="8141401"/>
            <a:ext cx="42049" cy="40166"/>
            <a:chOff x="0" y="0"/>
            <a:chExt cx="850908" cy="812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199842" y="4496474"/>
            <a:ext cx="3136016" cy="3276770"/>
            <a:chOff x="0" y="0"/>
            <a:chExt cx="485851" cy="507657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85851" cy="507657"/>
            </a:xfrm>
            <a:custGeom>
              <a:avLst/>
              <a:gdLst/>
              <a:ahLst/>
              <a:cxnLst/>
              <a:rect l="l" t="t" r="r" b="b"/>
              <a:pathLst>
                <a:path w="485851" h="507657">
                  <a:moveTo>
                    <a:pt x="29625" y="0"/>
                  </a:moveTo>
                  <a:lnTo>
                    <a:pt x="456226" y="0"/>
                  </a:lnTo>
                  <a:cubicBezTo>
                    <a:pt x="464083" y="0"/>
                    <a:pt x="471618" y="3121"/>
                    <a:pt x="477174" y="8677"/>
                  </a:cubicBezTo>
                  <a:cubicBezTo>
                    <a:pt x="482730" y="14233"/>
                    <a:pt x="485851" y="21768"/>
                    <a:pt x="485851" y="29625"/>
                  </a:cubicBezTo>
                  <a:lnTo>
                    <a:pt x="485851" y="478033"/>
                  </a:lnTo>
                  <a:cubicBezTo>
                    <a:pt x="485851" y="485890"/>
                    <a:pt x="482730" y="493425"/>
                    <a:pt x="477174" y="498981"/>
                  </a:cubicBezTo>
                  <a:cubicBezTo>
                    <a:pt x="471618" y="504536"/>
                    <a:pt x="464083" y="507657"/>
                    <a:pt x="456226" y="507657"/>
                  </a:cubicBezTo>
                  <a:lnTo>
                    <a:pt x="29625" y="507657"/>
                  </a:lnTo>
                  <a:cubicBezTo>
                    <a:pt x="21768" y="507657"/>
                    <a:pt x="14233" y="504536"/>
                    <a:pt x="8677" y="498981"/>
                  </a:cubicBezTo>
                  <a:cubicBezTo>
                    <a:pt x="3121" y="493425"/>
                    <a:pt x="0" y="485890"/>
                    <a:pt x="0" y="478033"/>
                  </a:cubicBezTo>
                  <a:lnTo>
                    <a:pt x="0" y="29625"/>
                  </a:lnTo>
                  <a:cubicBezTo>
                    <a:pt x="0" y="21768"/>
                    <a:pt x="3121" y="14233"/>
                    <a:pt x="8677" y="8677"/>
                  </a:cubicBezTo>
                  <a:cubicBezTo>
                    <a:pt x="14233" y="3121"/>
                    <a:pt x="21768" y="0"/>
                    <a:pt x="29625" y="0"/>
                  </a:cubicBezTo>
                  <a:close/>
                </a:path>
              </a:pathLst>
            </a:custGeom>
            <a:blipFill>
              <a:blip r:embed="rId9"/>
              <a:stretch>
                <a:fillRect l="-28366" r="-28366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13199842" y="7919859"/>
            <a:ext cx="3136016" cy="467276"/>
            <a:chOff x="0" y="0"/>
            <a:chExt cx="1092683" cy="162813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92683" cy="162813"/>
            </a:xfrm>
            <a:custGeom>
              <a:avLst/>
              <a:gdLst/>
              <a:ahLst/>
              <a:cxnLst/>
              <a:rect l="l" t="t" r="r" b="b"/>
              <a:pathLst>
                <a:path w="1092683" h="162813">
                  <a:moveTo>
                    <a:pt x="81407" y="0"/>
                  </a:moveTo>
                  <a:lnTo>
                    <a:pt x="1011276" y="0"/>
                  </a:lnTo>
                  <a:cubicBezTo>
                    <a:pt x="1056236" y="0"/>
                    <a:pt x="1092683" y="36447"/>
                    <a:pt x="1092683" y="81407"/>
                  </a:cubicBezTo>
                  <a:lnTo>
                    <a:pt x="1092683" y="81407"/>
                  </a:lnTo>
                  <a:cubicBezTo>
                    <a:pt x="1092683" y="126366"/>
                    <a:pt x="1056236" y="162813"/>
                    <a:pt x="1011276" y="162813"/>
                  </a:cubicBezTo>
                  <a:lnTo>
                    <a:pt x="81407" y="162813"/>
                  </a:lnTo>
                  <a:cubicBezTo>
                    <a:pt x="36447" y="162813"/>
                    <a:pt x="0" y="126366"/>
                    <a:pt x="0" y="81407"/>
                  </a:cubicBezTo>
                  <a:lnTo>
                    <a:pt x="0" y="81407"/>
                  </a:lnTo>
                  <a:cubicBezTo>
                    <a:pt x="0" y="36447"/>
                    <a:pt x="36447" y="0"/>
                    <a:pt x="814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3D28">
                    <a:alpha val="100000"/>
                  </a:srgbClr>
                </a:gs>
                <a:gs pos="100000">
                  <a:srgbClr val="98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1092683" cy="191388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400454" y="8120059"/>
            <a:ext cx="86734" cy="82849"/>
            <a:chOff x="0" y="0"/>
            <a:chExt cx="850908" cy="812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3323628" y="8141401"/>
            <a:ext cx="42049" cy="40166"/>
            <a:chOff x="0" y="0"/>
            <a:chExt cx="850908" cy="812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 rot="-10800000">
            <a:off x="16048513" y="8120059"/>
            <a:ext cx="86734" cy="82849"/>
            <a:chOff x="0" y="0"/>
            <a:chExt cx="850908" cy="8128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 rot="-10800000">
            <a:off x="16170023" y="8141401"/>
            <a:ext cx="42049" cy="40166"/>
            <a:chOff x="0" y="0"/>
            <a:chExt cx="850908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50908" cy="812800"/>
            </a:xfrm>
            <a:custGeom>
              <a:avLst/>
              <a:gdLst/>
              <a:ahLst/>
              <a:cxnLst/>
              <a:rect l="l" t="t" r="r" b="b"/>
              <a:pathLst>
                <a:path w="850908" h="812800">
                  <a:moveTo>
                    <a:pt x="425454" y="0"/>
                  </a:moveTo>
                  <a:cubicBezTo>
                    <a:pt x="190482" y="0"/>
                    <a:pt x="0" y="181951"/>
                    <a:pt x="0" y="406400"/>
                  </a:cubicBezTo>
                  <a:cubicBezTo>
                    <a:pt x="0" y="630849"/>
                    <a:pt x="190482" y="812800"/>
                    <a:pt x="425454" y="812800"/>
                  </a:cubicBezTo>
                  <a:cubicBezTo>
                    <a:pt x="660426" y="812800"/>
                    <a:pt x="850908" y="630849"/>
                    <a:pt x="850908" y="406400"/>
                  </a:cubicBezTo>
                  <a:cubicBezTo>
                    <a:pt x="850908" y="181951"/>
                    <a:pt x="660426" y="0"/>
                    <a:pt x="425454" y="0"/>
                  </a:cubicBezTo>
                  <a:close/>
                </a:path>
              </a:pathLst>
            </a:custGeom>
            <a:solidFill>
              <a:srgbClr val="FDBE90">
                <a:alpha val="45882"/>
              </a:srgbClr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79773" y="47625"/>
              <a:ext cx="691363" cy="688975"/>
            </a:xfrm>
            <a:prstGeom prst="rect">
              <a:avLst/>
            </a:prstGeom>
          </p:spPr>
          <p:txBody>
            <a:bodyPr lIns="38399" tIns="38399" rIns="38399" bIns="38399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028700" y="904875"/>
            <a:ext cx="8176000" cy="95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9"/>
              </a:lnSpc>
            </a:pPr>
            <a:r>
              <a:rPr lang="en-US" sz="5799" b="1" spc="266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背景和意义</a:t>
            </a:r>
            <a:endParaRPr lang="en-US" sz="5799" b="1" spc="266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3299335" y="2551399"/>
            <a:ext cx="1168933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spc="165" dirty="0" err="1">
                <a:solidFill>
                  <a:srgbClr val="C91313"/>
                </a:solidFill>
                <a:latin typeface="思源宋体 Bold"/>
                <a:ea typeface="思源宋体 Bold"/>
                <a:cs typeface="思源宋体 Bold"/>
                <a:sym typeface="思源宋体 Bold"/>
              </a:rPr>
              <a:t>背景</a:t>
            </a:r>
            <a:r>
              <a:rPr lang="zh-CN" altLang="en-US" sz="3600" b="1" spc="165" dirty="0">
                <a:solidFill>
                  <a:srgbClr val="C91313"/>
                </a:solidFill>
                <a:latin typeface="思源宋体 Bold"/>
                <a:ea typeface="思源宋体 Bold"/>
                <a:cs typeface="思源宋体 Bold"/>
                <a:sym typeface="思源宋体 Bold"/>
              </a:rPr>
              <a:t>与意义</a:t>
            </a:r>
            <a:endParaRPr lang="en-US" sz="3600" b="1" spc="165" dirty="0">
              <a:solidFill>
                <a:srgbClr val="C91313"/>
              </a:solidFill>
              <a:latin typeface="思源宋体 Bold"/>
              <a:ea typeface="思源宋体 Bold"/>
              <a:cs typeface="思源宋体 Bold"/>
              <a:sym typeface="思源宋体 Bold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1952142" y="3374359"/>
            <a:ext cx="14383717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82" dirty="0">
                <a:solidFill>
                  <a:srgbClr val="545454"/>
                </a:solidFill>
                <a:latin typeface="思源宋体"/>
                <a:ea typeface="思源宋体"/>
                <a:cs typeface="思源宋体"/>
                <a:sym typeface="思源宋体"/>
              </a:rPr>
              <a:t>演示文稿是实用的工具，可以是演示，演讲，报告等。大部分时间，它们都是在为观众服务。它们有多种用途，是演讲和教学的有力工具。如果您想在演示文稿中内容，可以选择多种方式。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2307257" y="7981095"/>
            <a:ext cx="242578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145">
                <a:solidFill>
                  <a:srgbClr val="FBEFE8"/>
                </a:solidFill>
                <a:latin typeface="思源宋体"/>
                <a:ea typeface="思源宋体"/>
                <a:cs typeface="思源宋体"/>
                <a:sym typeface="思源宋体"/>
              </a:rPr>
              <a:t>点击此输入关键词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056490" y="7981095"/>
            <a:ext cx="242578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145">
                <a:solidFill>
                  <a:srgbClr val="FBEFE8"/>
                </a:solidFill>
                <a:latin typeface="思源宋体"/>
                <a:ea typeface="思源宋体"/>
                <a:cs typeface="思源宋体"/>
                <a:sym typeface="思源宋体"/>
              </a:rPr>
              <a:t>点击此输入关键词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805724" y="7981095"/>
            <a:ext cx="242578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145">
                <a:solidFill>
                  <a:srgbClr val="FBEFE8"/>
                </a:solidFill>
                <a:latin typeface="思源宋体"/>
                <a:ea typeface="思源宋体"/>
                <a:cs typeface="思源宋体"/>
                <a:sym typeface="思源宋体"/>
              </a:rPr>
              <a:t>点击此输入关键词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3554957" y="7981095"/>
            <a:ext cx="242578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145">
                <a:solidFill>
                  <a:srgbClr val="FBEFE8"/>
                </a:solidFill>
                <a:latin typeface="思源宋体"/>
                <a:ea typeface="思源宋体"/>
                <a:cs typeface="思源宋体"/>
                <a:sym typeface="思源宋体"/>
              </a:rPr>
              <a:t>点击此输入关键词</a:t>
            </a:r>
          </a:p>
        </p:txBody>
      </p:sp>
      <p:sp>
        <p:nvSpPr>
          <p:cNvPr id="90" name="Freeform 25">
            <a:extLst>
              <a:ext uri="{FF2B5EF4-FFF2-40B4-BE49-F238E27FC236}">
                <a16:creationId xmlns:a16="http://schemas.microsoft.com/office/drawing/2014/main" id="{54EE95F8-207E-D7BB-C236-AB3DFEFB896F}"/>
              </a:ext>
            </a:extLst>
          </p:cNvPr>
          <p:cNvSpPr/>
          <p:nvPr/>
        </p:nvSpPr>
        <p:spPr>
          <a:xfrm>
            <a:off x="15970037" y="138782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 l="-12174" t="-5498" r="-8582" b="-8905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26675A90-B0BC-6458-A022-6802BDBFC1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" t="51365" r="483" b="12683"/>
          <a:stretch>
            <a:fillRect/>
          </a:stretch>
        </p:blipFill>
        <p:spPr>
          <a:xfrm>
            <a:off x="-6" y="-32576"/>
            <a:ext cx="18288006" cy="1031957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5400000">
            <a:off x="7600950" y="-7600950"/>
            <a:ext cx="3086100" cy="18288000"/>
            <a:chOff x="0" y="0"/>
            <a:chExt cx="812800" cy="4816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816592"/>
            </a:xfrm>
            <a:custGeom>
              <a:avLst/>
              <a:gdLst/>
              <a:ahLst/>
              <a:cxnLst/>
              <a:rect l="l" t="t" r="r" b="b"/>
              <a:pathLst>
                <a:path w="812800" h="4816592">
                  <a:moveTo>
                    <a:pt x="0" y="0"/>
                  </a:moveTo>
                  <a:lnTo>
                    <a:pt x="812800" y="0"/>
                  </a:lnTo>
                  <a:lnTo>
                    <a:pt x="81280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F58457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308821" y="4960289"/>
            <a:ext cx="3628961" cy="3325977"/>
          </a:xfrm>
          <a:custGeom>
            <a:avLst/>
            <a:gdLst/>
            <a:ahLst/>
            <a:cxnLst/>
            <a:rect l="l" t="t" r="r" b="b"/>
            <a:pathLst>
              <a:path w="3628961" h="3325977">
                <a:moveTo>
                  <a:pt x="0" y="0"/>
                </a:moveTo>
                <a:lnTo>
                  <a:pt x="3628962" y="0"/>
                </a:lnTo>
                <a:lnTo>
                  <a:pt x="3628962" y="3325978"/>
                </a:lnTo>
                <a:lnTo>
                  <a:pt x="0" y="332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83025" y="5676744"/>
            <a:ext cx="4379169" cy="4200428"/>
          </a:xfrm>
          <a:custGeom>
            <a:avLst/>
            <a:gdLst/>
            <a:ahLst/>
            <a:cxnLst/>
            <a:rect l="l" t="t" r="r" b="b"/>
            <a:pathLst>
              <a:path w="4379169" h="4200428">
                <a:moveTo>
                  <a:pt x="0" y="0"/>
                </a:moveTo>
                <a:lnTo>
                  <a:pt x="4379169" y="0"/>
                </a:lnTo>
                <a:lnTo>
                  <a:pt x="4379169" y="4200428"/>
                </a:lnTo>
                <a:lnTo>
                  <a:pt x="0" y="4200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 rot="-5400000">
            <a:off x="7437230" y="-563770"/>
            <a:ext cx="3413540" cy="18288000"/>
            <a:chOff x="0" y="0"/>
            <a:chExt cx="899039" cy="4816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99039" cy="4816592"/>
            </a:xfrm>
            <a:custGeom>
              <a:avLst/>
              <a:gdLst/>
              <a:ahLst/>
              <a:cxnLst/>
              <a:rect l="l" t="t" r="r" b="b"/>
              <a:pathLst>
                <a:path w="899039" h="4816592">
                  <a:moveTo>
                    <a:pt x="0" y="0"/>
                  </a:moveTo>
                  <a:lnTo>
                    <a:pt x="899039" y="0"/>
                  </a:lnTo>
                  <a:lnTo>
                    <a:pt x="89903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64B26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99039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475618" y="7459714"/>
            <a:ext cx="9779322" cy="4549794"/>
          </a:xfrm>
          <a:custGeom>
            <a:avLst/>
            <a:gdLst/>
            <a:ahLst/>
            <a:cxnLst/>
            <a:rect l="l" t="t" r="r" b="b"/>
            <a:pathLst>
              <a:path w="9779322" h="4549794">
                <a:moveTo>
                  <a:pt x="0" y="0"/>
                </a:moveTo>
                <a:lnTo>
                  <a:pt x="9779322" y="0"/>
                </a:lnTo>
                <a:lnTo>
                  <a:pt x="9779322" y="4549794"/>
                </a:lnTo>
                <a:lnTo>
                  <a:pt x="0" y="4549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335"/>
            </a:stretch>
          </a:blipFill>
        </p:spPr>
      </p:sp>
      <p:sp>
        <p:nvSpPr>
          <p:cNvPr id="11" name="Freeform 11"/>
          <p:cNvSpPr/>
          <p:nvPr/>
        </p:nvSpPr>
        <p:spPr>
          <a:xfrm rot="1427816">
            <a:off x="-1447857" y="7020776"/>
            <a:ext cx="11810393" cy="5559992"/>
          </a:xfrm>
          <a:custGeom>
            <a:avLst/>
            <a:gdLst/>
            <a:ahLst/>
            <a:cxnLst/>
            <a:rect l="l" t="t" r="r" b="b"/>
            <a:pathLst>
              <a:path w="11810393" h="5559992">
                <a:moveTo>
                  <a:pt x="0" y="0"/>
                </a:moveTo>
                <a:lnTo>
                  <a:pt x="11810394" y="0"/>
                </a:lnTo>
                <a:lnTo>
                  <a:pt x="11810394" y="5559992"/>
                </a:lnTo>
                <a:lnTo>
                  <a:pt x="0" y="55599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146128">
            <a:off x="-976547" y="-4455142"/>
            <a:ext cx="6873149" cy="8229600"/>
          </a:xfrm>
          <a:custGeom>
            <a:avLst/>
            <a:gdLst/>
            <a:ahLst/>
            <a:cxnLst/>
            <a:rect l="l" t="t" r="r" b="b"/>
            <a:pathLst>
              <a:path w="6873149" h="8229600">
                <a:moveTo>
                  <a:pt x="0" y="0"/>
                </a:moveTo>
                <a:lnTo>
                  <a:pt x="6873149" y="0"/>
                </a:lnTo>
                <a:lnTo>
                  <a:pt x="687314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3149170">
            <a:off x="4009693" y="-2490767"/>
            <a:ext cx="3591959" cy="4300850"/>
          </a:xfrm>
          <a:custGeom>
            <a:avLst/>
            <a:gdLst/>
            <a:ahLst/>
            <a:cxnLst/>
            <a:rect l="l" t="t" r="r" b="b"/>
            <a:pathLst>
              <a:path w="3591959" h="4300850">
                <a:moveTo>
                  <a:pt x="0" y="0"/>
                </a:moveTo>
                <a:lnTo>
                  <a:pt x="3591959" y="0"/>
                </a:lnTo>
                <a:lnTo>
                  <a:pt x="3591959" y="4300850"/>
                </a:lnTo>
                <a:lnTo>
                  <a:pt x="0" y="43008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50045" y="190917"/>
            <a:ext cx="561205" cy="514350"/>
          </a:xfrm>
          <a:custGeom>
            <a:avLst/>
            <a:gdLst/>
            <a:ahLst/>
            <a:cxnLst/>
            <a:rect l="l" t="t" r="r" b="b"/>
            <a:pathLst>
              <a:path w="561205" h="514350">
                <a:moveTo>
                  <a:pt x="0" y="0"/>
                </a:moveTo>
                <a:lnTo>
                  <a:pt x="561206" y="0"/>
                </a:lnTo>
                <a:lnTo>
                  <a:pt x="56120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7259300" y="4654841"/>
            <a:ext cx="673337" cy="617120"/>
          </a:xfrm>
          <a:custGeom>
            <a:avLst/>
            <a:gdLst/>
            <a:ahLst/>
            <a:cxnLst/>
            <a:rect l="l" t="t" r="r" b="b"/>
            <a:pathLst>
              <a:path w="673337" h="617120">
                <a:moveTo>
                  <a:pt x="0" y="0"/>
                </a:moveTo>
                <a:lnTo>
                  <a:pt x="673337" y="0"/>
                </a:lnTo>
                <a:lnTo>
                  <a:pt x="673337" y="617120"/>
                </a:lnTo>
                <a:lnTo>
                  <a:pt x="0" y="617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1119328" y="448092"/>
            <a:ext cx="4753281" cy="2313715"/>
          </a:xfrm>
          <a:custGeom>
            <a:avLst/>
            <a:gdLst/>
            <a:ahLst/>
            <a:cxnLst/>
            <a:rect l="l" t="t" r="r" b="b"/>
            <a:pathLst>
              <a:path w="4753281" h="2313715">
                <a:moveTo>
                  <a:pt x="4753282" y="0"/>
                </a:moveTo>
                <a:lnTo>
                  <a:pt x="0" y="0"/>
                </a:lnTo>
                <a:lnTo>
                  <a:pt x="0" y="2313715"/>
                </a:lnTo>
                <a:lnTo>
                  <a:pt x="4753282" y="2313715"/>
                </a:lnTo>
                <a:lnTo>
                  <a:pt x="4753282" y="0"/>
                </a:lnTo>
                <a:close/>
              </a:path>
            </a:pathLst>
          </a:custGeom>
          <a:blipFill>
            <a:blip r:embed="rId8">
              <a:alphaModFix amt="89000"/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2590661" y="5034464"/>
            <a:ext cx="13106678" cy="474995"/>
            <a:chOff x="0" y="0"/>
            <a:chExt cx="17475571" cy="633327"/>
          </a:xfrm>
        </p:grpSpPr>
        <p:sp>
          <p:nvSpPr>
            <p:cNvPr id="18" name="Freeform 18"/>
            <p:cNvSpPr/>
            <p:nvPr/>
          </p:nvSpPr>
          <p:spPr>
            <a:xfrm>
              <a:off x="8392275" y="0"/>
              <a:ext cx="691020" cy="633327"/>
            </a:xfrm>
            <a:custGeom>
              <a:avLst/>
              <a:gdLst/>
              <a:ahLst/>
              <a:cxnLst/>
              <a:rect l="l" t="t" r="r" b="b"/>
              <a:pathLst>
                <a:path w="691020" h="633327">
                  <a:moveTo>
                    <a:pt x="0" y="0"/>
                  </a:moveTo>
                  <a:lnTo>
                    <a:pt x="691021" y="0"/>
                  </a:lnTo>
                  <a:lnTo>
                    <a:pt x="691021" y="633327"/>
                  </a:lnTo>
                  <a:lnTo>
                    <a:pt x="0" y="633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9" name="AutoShape 19"/>
            <p:cNvSpPr/>
            <p:nvPr/>
          </p:nvSpPr>
          <p:spPr>
            <a:xfrm flipV="1">
              <a:off x="0" y="316663"/>
              <a:ext cx="8165522" cy="0"/>
            </a:xfrm>
            <a:prstGeom prst="line">
              <a:avLst/>
            </a:prstGeom>
            <a:ln w="32926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AutoShape 20"/>
            <p:cNvSpPr/>
            <p:nvPr/>
          </p:nvSpPr>
          <p:spPr>
            <a:xfrm flipV="1">
              <a:off x="9310048" y="316663"/>
              <a:ext cx="8165522" cy="0"/>
            </a:xfrm>
            <a:prstGeom prst="line">
              <a:avLst/>
            </a:prstGeom>
            <a:ln w="32926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2832737" y="4067940"/>
            <a:ext cx="5984266" cy="615477"/>
            <a:chOff x="0" y="0"/>
            <a:chExt cx="7979021" cy="820636"/>
          </a:xfrm>
        </p:grpSpPr>
        <p:sp>
          <p:nvSpPr>
            <p:cNvPr id="22" name="AutoShape 22"/>
            <p:cNvSpPr/>
            <p:nvPr/>
          </p:nvSpPr>
          <p:spPr>
            <a:xfrm>
              <a:off x="0" y="7059"/>
              <a:ext cx="225726" cy="0"/>
            </a:xfrm>
            <a:prstGeom prst="line">
              <a:avLst/>
            </a:prstGeom>
            <a:ln w="14117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" name="AutoShape 23"/>
            <p:cNvSpPr/>
            <p:nvPr/>
          </p:nvSpPr>
          <p:spPr>
            <a:xfrm flipV="1">
              <a:off x="7059" y="0"/>
              <a:ext cx="0" cy="410318"/>
            </a:xfrm>
            <a:prstGeom prst="line">
              <a:avLst/>
            </a:prstGeom>
            <a:ln w="14117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AutoShape 24"/>
            <p:cNvSpPr/>
            <p:nvPr/>
          </p:nvSpPr>
          <p:spPr>
            <a:xfrm flipH="1">
              <a:off x="7753295" y="813577"/>
              <a:ext cx="225726" cy="0"/>
            </a:xfrm>
            <a:prstGeom prst="line">
              <a:avLst/>
            </a:prstGeom>
            <a:ln w="14117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7971962" y="410318"/>
              <a:ext cx="0" cy="410318"/>
            </a:xfrm>
            <a:prstGeom prst="line">
              <a:avLst/>
            </a:prstGeom>
            <a:ln w="14117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5807" y="27644"/>
              <a:ext cx="7707407" cy="722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51"/>
                </a:lnSpc>
              </a:pPr>
              <a:r>
                <a:rPr lang="en-US" sz="3251" b="1" spc="500" dirty="0" err="1">
                  <a:solidFill>
                    <a:srgbClr val="C91313"/>
                  </a:solidFill>
                  <a:latin typeface="思源宋体 Bold"/>
                  <a:ea typeface="思源宋体 Bold"/>
                  <a:cs typeface="思源宋体 Bold"/>
                  <a:sym typeface="思源宋体 Bold"/>
                </a:rPr>
                <a:t>红色主题通用模板</a:t>
              </a:r>
              <a:endParaRPr lang="en-US" sz="3251" b="1" spc="500" dirty="0">
                <a:solidFill>
                  <a:srgbClr val="C91313"/>
                </a:solidFill>
                <a:latin typeface="思源宋体 Bold"/>
                <a:ea typeface="思源宋体 Bold"/>
                <a:cs typeface="思源宋体 Bold"/>
                <a:sym typeface="思源宋体 Bold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19226" y="6726301"/>
            <a:ext cx="3962977" cy="639328"/>
            <a:chOff x="0" y="0"/>
            <a:chExt cx="5283969" cy="852438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5283969" cy="852438"/>
              <a:chOff x="0" y="0"/>
              <a:chExt cx="1043747" cy="16838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43747" cy="168383"/>
              </a:xfrm>
              <a:custGeom>
                <a:avLst/>
                <a:gdLst/>
                <a:ahLst/>
                <a:cxnLst/>
                <a:rect l="l" t="t" r="r" b="b"/>
                <a:pathLst>
                  <a:path w="1043747" h="168383">
                    <a:moveTo>
                      <a:pt x="84191" y="0"/>
                    </a:moveTo>
                    <a:lnTo>
                      <a:pt x="959556" y="0"/>
                    </a:lnTo>
                    <a:cubicBezTo>
                      <a:pt x="1006053" y="0"/>
                      <a:pt x="1043747" y="37694"/>
                      <a:pt x="1043747" y="84191"/>
                    </a:cubicBezTo>
                    <a:lnTo>
                      <a:pt x="1043747" y="84191"/>
                    </a:lnTo>
                    <a:cubicBezTo>
                      <a:pt x="1043747" y="130689"/>
                      <a:pt x="1006053" y="168383"/>
                      <a:pt x="959556" y="168383"/>
                    </a:cubicBezTo>
                    <a:lnTo>
                      <a:pt x="84191" y="168383"/>
                    </a:lnTo>
                    <a:cubicBezTo>
                      <a:pt x="37694" y="168383"/>
                      <a:pt x="0" y="130689"/>
                      <a:pt x="0" y="84191"/>
                    </a:cubicBezTo>
                    <a:lnTo>
                      <a:pt x="0" y="84191"/>
                    </a:lnTo>
                    <a:cubicBezTo>
                      <a:pt x="0" y="37694"/>
                      <a:pt x="37694" y="0"/>
                      <a:pt x="8419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3D28">
                      <a:alpha val="100000"/>
                    </a:srgbClr>
                  </a:gs>
                  <a:gs pos="100000">
                    <a:srgbClr val="980000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043747" cy="2064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822161" y="90833"/>
              <a:ext cx="3639646" cy="613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4"/>
                </a:lnSpc>
              </a:pPr>
              <a:r>
                <a:rPr lang="en-US" sz="2746" spc="222">
                  <a:solidFill>
                    <a:srgbClr val="FBEFE8"/>
                  </a:solidFill>
                  <a:latin typeface="思源宋体"/>
                  <a:ea typeface="思源宋体"/>
                  <a:cs typeface="思源宋体"/>
                  <a:sym typeface="思源宋体"/>
                </a:rPr>
                <a:t>主讲人：XXX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338017" y="353139"/>
              <a:ext cx="146140" cy="146140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08571" y="390784"/>
              <a:ext cx="70850" cy="70850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>
                  <a:alpha val="45882"/>
                </a:srgbClr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-10800000">
              <a:off x="4799812" y="353139"/>
              <a:ext cx="146140" cy="146140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-10800000">
              <a:off x="5004547" y="390784"/>
              <a:ext cx="70850" cy="70850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>
                  <a:alpha val="45882"/>
                </a:srgbClr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4" name="Freeform 44"/>
          <p:cNvSpPr/>
          <p:nvPr/>
        </p:nvSpPr>
        <p:spPr>
          <a:xfrm>
            <a:off x="15104855" y="-160706"/>
            <a:ext cx="4748499" cy="1940949"/>
          </a:xfrm>
          <a:custGeom>
            <a:avLst/>
            <a:gdLst/>
            <a:ahLst/>
            <a:cxnLst/>
            <a:rect l="l" t="t" r="r" b="b"/>
            <a:pathLst>
              <a:path w="4748499" h="1940949">
                <a:moveTo>
                  <a:pt x="0" y="0"/>
                </a:moveTo>
                <a:lnTo>
                  <a:pt x="4748499" y="0"/>
                </a:lnTo>
                <a:lnTo>
                  <a:pt x="4748499" y="1940949"/>
                </a:lnTo>
                <a:lnTo>
                  <a:pt x="0" y="1940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flipH="1">
            <a:off x="4117332" y="6490534"/>
            <a:ext cx="1491325" cy="1329801"/>
          </a:xfrm>
          <a:custGeom>
            <a:avLst/>
            <a:gdLst/>
            <a:ahLst/>
            <a:cxnLst/>
            <a:rect l="l" t="t" r="r" b="b"/>
            <a:pathLst>
              <a:path w="1491325" h="1329801">
                <a:moveTo>
                  <a:pt x="1491325" y="0"/>
                </a:moveTo>
                <a:lnTo>
                  <a:pt x="0" y="0"/>
                </a:lnTo>
                <a:lnTo>
                  <a:pt x="0" y="1329801"/>
                </a:lnTo>
                <a:lnTo>
                  <a:pt x="1491325" y="1329801"/>
                </a:lnTo>
                <a:lnTo>
                  <a:pt x="1491325" y="0"/>
                </a:lnTo>
                <a:close/>
              </a:path>
            </a:pathLst>
          </a:custGeom>
          <a:blipFill>
            <a:blip r:embed="rId10">
              <a:alphaModFix amt="31000"/>
            </a:blip>
            <a:stretch>
              <a:fillRect l="-83188"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2320141" y="1906076"/>
            <a:ext cx="7274978" cy="211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17"/>
              </a:lnSpc>
            </a:pPr>
            <a:r>
              <a:rPr lang="en-US" sz="12298" b="1" spc="996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演示结束</a:t>
            </a:r>
            <a:endParaRPr lang="en-US" sz="12298" b="1" spc="996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47" name="Freeform 47"/>
          <p:cNvSpPr/>
          <p:nvPr/>
        </p:nvSpPr>
        <p:spPr>
          <a:xfrm rot="-1200431">
            <a:off x="8427482" y="3096457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1"/>
                </a:lnTo>
                <a:lnTo>
                  <a:pt x="0" y="772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9000714" y="2894668"/>
            <a:ext cx="7274978" cy="211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17"/>
              </a:lnSpc>
            </a:pPr>
            <a:r>
              <a:rPr lang="en-US" sz="12298" b="1" spc="996" dirty="0" err="1">
                <a:solidFill>
                  <a:srgbClr val="C91313"/>
                </a:solidFill>
                <a:latin typeface="可画寒风体-简"/>
                <a:ea typeface="可画寒风体-简"/>
                <a:cs typeface="可画寒风体-简"/>
                <a:sym typeface="可画寒风体-简"/>
              </a:rPr>
              <a:t>感谢聆听</a:t>
            </a:r>
            <a:endParaRPr lang="en-US" sz="12298" b="1" spc="996" dirty="0">
              <a:solidFill>
                <a:srgbClr val="C91313"/>
              </a:solidFill>
              <a:latin typeface="可画寒风体-简"/>
              <a:ea typeface="可画寒风体-简"/>
              <a:cs typeface="可画寒风体-简"/>
              <a:sym typeface="可画寒风体-简"/>
            </a:endParaRPr>
          </a:p>
        </p:txBody>
      </p:sp>
      <p:sp>
        <p:nvSpPr>
          <p:cNvPr id="49" name="Freeform 49"/>
          <p:cNvSpPr/>
          <p:nvPr/>
        </p:nvSpPr>
        <p:spPr>
          <a:xfrm rot="-1681105">
            <a:off x="2565379" y="3279807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 rot="-2950437">
            <a:off x="11543074" y="4344741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 rot="-2633212">
            <a:off x="15047907" y="3260757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4" y="0"/>
                </a:lnTo>
                <a:lnTo>
                  <a:pt x="1298864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57" name="Freeform 25">
            <a:extLst>
              <a:ext uri="{FF2B5EF4-FFF2-40B4-BE49-F238E27FC236}">
                <a16:creationId xmlns:a16="http://schemas.microsoft.com/office/drawing/2014/main" id="{D013326F-7B2D-AC2D-37EC-507F9CD0EA58}"/>
              </a:ext>
            </a:extLst>
          </p:cNvPr>
          <p:cNvSpPr/>
          <p:nvPr/>
        </p:nvSpPr>
        <p:spPr>
          <a:xfrm>
            <a:off x="15970037" y="138782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 l="-12174" t="-5498" r="-8582" b="-8905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76</Words>
  <Application>Microsoft Office PowerPoint</Application>
  <PresentationFormat>自定义</PresentationFormat>
  <Paragraphs>32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思源宋体</vt:lpstr>
      <vt:lpstr>思源宋体 Bold</vt:lpstr>
      <vt:lpstr>CanvaSansSC-Regular</vt:lpstr>
      <vt:lpstr>可画寒风体-简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大气严肃红色主题教育培训通用模板演示文稿</dc:title>
  <dc:creator/>
  <cp:lastModifiedBy/>
  <cp:revision>3</cp:revision>
  <dcterms:created xsi:type="dcterms:W3CDTF">2006-08-16T00:00:00Z</dcterms:created>
  <dcterms:modified xsi:type="dcterms:W3CDTF">2026-04-01T05:45:35Z</dcterms:modified>
  <dc:identifier>DAHFkxfuHSM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{"Label":"1","ContentProducer":"001191110105MA01AN806X00000","ProduceID":"DAHFkxfuHSM","ReservedCode1":"","ContentPropagator":"001191110105MA01AN806X00000","PropagateID":"DAHFkxfuHSM","ReservedCode2":""}</vt:lpwstr>
  </property>
</Properties>
</file>