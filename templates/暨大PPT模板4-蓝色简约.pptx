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800" r:id="rId3"/>
    <p:sldId id="801" r:id="rId4"/>
    <p:sldId id="258" r:id="rId5"/>
    <p:sldId id="803" r:id="rId6"/>
    <p:sldId id="257" r:id="rId7"/>
    <p:sldId id="80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A7B"/>
    <a:srgbClr val="AAC6CA"/>
    <a:srgbClr val="0A4652"/>
    <a:srgbClr val="138399"/>
    <a:srgbClr val="35554E"/>
    <a:srgbClr val="0D7D7A"/>
    <a:srgbClr val="117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4660"/>
  </p:normalViewPr>
  <p:slideViewPr>
    <p:cSldViewPr snapToGrid="0">
      <p:cViewPr varScale="1">
        <p:scale>
          <a:sx n="95" d="100"/>
          <a:sy n="95" d="100"/>
        </p:scale>
        <p:origin x="7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E59C8-059B-4531-A2FD-27B081FA8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B5E91-9A9D-4E1E-ADC8-F0984648A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93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F90E77DB-686C-E24E-2388-09A6BFE0C7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905E8510-AB47-D112-E0B4-5D40FA4FC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F5F5AF5A-0BE8-EE9C-640B-1B595B182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FA024A2-08B4-4663-A72F-5B41400CB33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69ED2-FFD1-C4DF-7AED-FAC58995C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31EAE0-3338-C77F-5B49-7FF19DEE9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2345B-9E18-694D-EDD2-DFC13E37F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CC7FD-469F-D9AA-B32A-92A0B170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C4C58B-741C-7F84-035D-00F272FC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85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8ED02-367F-738C-53A1-42385F91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944A9E-B90F-B38C-0558-3EF5A676B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D7989-0B2E-D5C3-C1F2-BA194C91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953886-3F96-F1BB-8C14-68BD3D92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BEA62-3236-F5E0-5447-67AC7FD3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41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34152-375D-B34B-4853-092241BDE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02FEA0-4EEB-FEDD-AFFC-9D8011DF0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62828-DD36-4E76-12D0-9089D1BD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B756D-633D-34DF-5F1D-C51AE6CD9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475CD4-0479-F4B1-545B-9B043801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87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3331E-8ACE-6E88-981A-072D2418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8B27B-60FC-BBAE-2B86-14980B99B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79A959-75DE-BD9A-3908-C13C20FFD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F77117-B9EE-FA7D-E30A-0A78266BE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2CCFB4-52B7-90CC-2133-7D810F2A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4EBABE-8C9D-BB01-216E-BA86FD6D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84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8F429-B139-D477-87CF-152CC84F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ACF370-50A2-4A44-B7DF-8C4E1943E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D25093-F894-E936-43F1-BD45C80FA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828602-AD94-17A8-AB81-7371494D5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CAD81B-8A72-EC6A-0382-8AD343879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3BDF8A-CB24-1258-88D5-B426AA22E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A4207C-720D-D723-89A2-37612A8F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634FEE-B9A7-3DA3-0397-4E2D4E4D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46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EE99B-F5B5-A148-9C01-C715D7C3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320AE4-4EFE-9DC9-BC3C-E3F02F3D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E2C0A2-1366-9F4C-15B5-06136D02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9D8A93-F552-7658-1B00-FF1126B7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11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32D4CF-0607-F452-472B-837E4190D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0C6375-D6B7-0B67-FF43-FC7CF9D0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DDF7D9-46BE-72B3-9D12-BAFE9C94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55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FE7E7-406F-5B22-1ACB-A606C14A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316C4-4584-CE3D-3203-73DE89E8F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82003A-2A29-85CF-DE58-D28C9F0C1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5E4055-4177-BA0E-D947-B002667D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5FD84E-448F-0386-02A6-DCC088E7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F5B6C9-3877-1B4D-092B-63AC7682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29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81788-1629-1419-B6AF-33EA691B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119889-99C6-8803-8C4E-E78B984A0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331548-5583-E788-5572-FDDE29F93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8EEEC-A2EB-DB3D-FF58-5CF8E41C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EB8B31-4B81-0F31-720B-33D63D0D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E9E69A-E7E7-B362-67E6-F153E637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65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A3786-7C3D-424C-D253-7E80D8D08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A69DF5-33C6-2958-730F-543796572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8CEC4D-FA87-38B2-2407-9267A9D1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9360BE-1579-A99E-76AE-D571A435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8884EB-899D-780E-77B5-234E5B7E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6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F158DF-FA70-E70B-9F16-ABD4C6EC0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CC0A27-D1BD-17C9-6DE3-5AF0E19DC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BBE83-7258-045E-B148-57DCA4A7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D3C3DA-0801-8F18-43D4-9ACB7193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D867D6-D1C2-57A5-D386-26D10160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6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043" y="2130426"/>
            <a:ext cx="10363914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086" y="3886200"/>
            <a:ext cx="8535828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017" indent="0" algn="ctr">
              <a:buNone/>
              <a:defRPr/>
            </a:lvl2pPr>
            <a:lvl3pPr marL="914034" indent="0" algn="ctr">
              <a:buNone/>
              <a:defRPr/>
            </a:lvl3pPr>
            <a:lvl4pPr marL="1371051" indent="0" algn="ctr">
              <a:buNone/>
              <a:defRPr/>
            </a:lvl4pPr>
            <a:lvl5pPr marL="1828068" indent="0" algn="ctr">
              <a:buNone/>
              <a:defRPr/>
            </a:lvl5pPr>
            <a:lvl6pPr marL="2285086" indent="0" algn="ctr">
              <a:buNone/>
              <a:defRPr/>
            </a:lvl6pPr>
            <a:lvl7pPr marL="2742103" indent="0" algn="ctr">
              <a:buNone/>
              <a:defRPr/>
            </a:lvl7pPr>
            <a:lvl8pPr marL="3199120" indent="0" algn="ctr">
              <a:buNone/>
              <a:defRPr/>
            </a:lvl8pPr>
            <a:lvl9pPr marL="3656137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02613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4320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37" y="4406901"/>
            <a:ext cx="10362327" cy="1362075"/>
          </a:xfrm>
        </p:spPr>
        <p:txBody>
          <a:bodyPr anchor="t"/>
          <a:lstStyle>
            <a:lvl1pPr algn="l">
              <a:defRPr sz="3998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237" y="2906713"/>
            <a:ext cx="10362327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7017" indent="0">
              <a:buNone/>
              <a:defRPr sz="1799"/>
            </a:lvl2pPr>
            <a:lvl3pPr marL="914034" indent="0">
              <a:buNone/>
              <a:defRPr sz="1599"/>
            </a:lvl3pPr>
            <a:lvl4pPr marL="1371051" indent="0">
              <a:buNone/>
              <a:defRPr sz="1399"/>
            </a:lvl4pPr>
            <a:lvl5pPr marL="1828068" indent="0">
              <a:buNone/>
              <a:defRPr sz="1399"/>
            </a:lvl5pPr>
            <a:lvl6pPr marL="2285086" indent="0">
              <a:buNone/>
              <a:defRPr sz="1399"/>
            </a:lvl6pPr>
            <a:lvl7pPr marL="2742103" indent="0">
              <a:buNone/>
              <a:defRPr sz="1399"/>
            </a:lvl7pPr>
            <a:lvl8pPr marL="3199120" indent="0">
              <a:buNone/>
              <a:defRPr sz="1399"/>
            </a:lvl8pPr>
            <a:lvl9pPr marL="3656137" indent="0">
              <a:buNone/>
              <a:defRPr sz="139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0426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362" y="1600201"/>
            <a:ext cx="5409675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378" y="1600201"/>
            <a:ext cx="5411261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3935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2" y="274638"/>
            <a:ext cx="1097327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363" y="1535113"/>
            <a:ext cx="5387458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363" y="2174875"/>
            <a:ext cx="5387458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593" y="1535113"/>
            <a:ext cx="5389045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593" y="2174875"/>
            <a:ext cx="5389045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0012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80343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498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2" y="273050"/>
            <a:ext cx="40116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988" y="273051"/>
            <a:ext cx="6815650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362" y="1435101"/>
            <a:ext cx="40116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18098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842" y="4800600"/>
            <a:ext cx="7315517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842" y="612775"/>
            <a:ext cx="7315517" cy="4114800"/>
          </a:xfrm>
        </p:spPr>
        <p:txBody>
          <a:bodyPr/>
          <a:lstStyle>
            <a:lvl1pPr marL="0" indent="0">
              <a:buNone/>
              <a:defRPr sz="3199"/>
            </a:lvl1pPr>
            <a:lvl2pPr marL="457017" indent="0">
              <a:buNone/>
              <a:defRPr sz="2799"/>
            </a:lvl2pPr>
            <a:lvl3pPr marL="914034" indent="0">
              <a:buNone/>
              <a:defRPr sz="2399"/>
            </a:lvl3pPr>
            <a:lvl4pPr marL="1371051" indent="0">
              <a:buNone/>
              <a:defRPr sz="1999"/>
            </a:lvl4pPr>
            <a:lvl5pPr marL="1828068" indent="0">
              <a:buNone/>
              <a:defRPr sz="1999"/>
            </a:lvl5pPr>
            <a:lvl6pPr marL="2285086" indent="0">
              <a:buNone/>
              <a:defRPr sz="1999"/>
            </a:lvl6pPr>
            <a:lvl7pPr marL="2742103" indent="0">
              <a:buNone/>
              <a:defRPr sz="1999"/>
            </a:lvl7pPr>
            <a:lvl8pPr marL="3199120" indent="0">
              <a:buNone/>
              <a:defRPr sz="1999"/>
            </a:lvl8pPr>
            <a:lvl9pPr marL="3656137" indent="0">
              <a:buNone/>
              <a:defRPr sz="1999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842" y="5367338"/>
            <a:ext cx="7315517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64955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404846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509" y="908050"/>
            <a:ext cx="2742129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362" y="908050"/>
            <a:ext cx="8078807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316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FC5C5D-6D73-B350-12E0-B6068D40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B4EFAF-325B-9CC0-DCB2-ED1F495C9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AADE2-3D83-1644-15E1-EB4B4037B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4A5BF-98AE-4F31-BB84-EF91F24C7A3C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5278E-AD50-1BA4-9E4F-0E11276F9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678A1B-F383-EBA3-5F67-98D1AC7D8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BA9F6-CFFA-470D-B12C-6AC8053DB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55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BF74BE6-A979-AF9C-3969-255C34E0C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362" y="908050"/>
            <a:ext cx="10973276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5C0A54F-1DEE-264C-440B-9794E9878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362" y="1600201"/>
            <a:ext cx="1097327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288560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5pPr>
      <a:lvl6pPr marL="457017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6pPr>
      <a:lvl7pPr marL="914034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7pPr>
      <a:lvl8pPr marL="1371051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8pPr>
      <a:lvl9pPr marL="1828068"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itchFamily="34" charset="0"/>
          <a:ea typeface="微软雅黑" pitchFamily="34" charset="-122"/>
        </a:defRPr>
      </a:lvl9pPr>
    </p:titleStyle>
    <p:bodyStyle>
      <a:lvl1pPr marL="342763" indent="-342763" algn="l" rtl="0" eaLnBrk="0" fontAlgn="base" hangingPunct="0">
        <a:spcBef>
          <a:spcPct val="20000"/>
        </a:spcBef>
        <a:spcAft>
          <a:spcPct val="0"/>
        </a:spcAft>
        <a:buChar char="•"/>
        <a:defRPr sz="1999">
          <a:solidFill>
            <a:schemeClr val="accent1"/>
          </a:solidFill>
          <a:latin typeface="+mn-lt"/>
          <a:ea typeface="+mn-ea"/>
          <a:cs typeface="+mn-cs"/>
        </a:defRPr>
      </a:lvl1pPr>
      <a:lvl2pPr marL="742653" indent="-285636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accent1"/>
          </a:solidFill>
          <a:latin typeface="+mn-lt"/>
          <a:ea typeface="仿宋_GB2312" pitchFamily="1" charset="-122"/>
        </a:defRPr>
      </a:lvl2pPr>
      <a:lvl3pPr marL="1142543" indent="-228509" algn="l" rtl="0" eaLnBrk="0" fontAlgn="base" hangingPunct="0">
        <a:spcBef>
          <a:spcPct val="20000"/>
        </a:spcBef>
        <a:spcAft>
          <a:spcPct val="0"/>
        </a:spcAft>
        <a:buChar char="•"/>
        <a:defRPr sz="2399">
          <a:solidFill>
            <a:schemeClr val="tx1"/>
          </a:solidFill>
          <a:latin typeface="+mn-lt"/>
          <a:ea typeface="宋体" pitchFamily="2" charset="-122"/>
        </a:defRPr>
      </a:lvl3pPr>
      <a:lvl4pPr marL="1599560" indent="-228509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tx1"/>
          </a:solidFill>
          <a:latin typeface="+mn-lt"/>
          <a:ea typeface="宋体" pitchFamily="2" charset="-122"/>
        </a:defRPr>
      </a:lvl4pPr>
      <a:lvl5pPr marL="2056577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5pPr>
      <a:lvl6pPr marL="2513594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6pPr>
      <a:lvl7pPr marL="2970611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7pPr>
      <a:lvl8pPr marL="3427628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8pPr>
      <a:lvl9pPr marL="3884646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5.jp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6.jp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7578D50-D84B-9736-E868-DC36CA15E04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F6A7B">
              <a:alpha val="4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419A912-1F5B-61AC-5F45-41ADB61A9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2657004"/>
            <a:ext cx="10524067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spcBef>
                <a:spcPct val="0"/>
              </a:spcBef>
              <a:buFontTx/>
              <a:buNone/>
            </a:pPr>
            <a:r>
              <a:rPr lang="zh-CN" altLang="en-US" sz="80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暨南大学答辩模板</a:t>
            </a:r>
          </a:p>
        </p:txBody>
      </p:sp>
      <p:pic>
        <p:nvPicPr>
          <p:cNvPr id="105" name="图片 104">
            <a:extLst>
              <a:ext uri="{FF2B5EF4-FFF2-40B4-BE49-F238E27FC236}">
                <a16:creationId xmlns:a16="http://schemas.microsoft.com/office/drawing/2014/main" id="{F51D505C-3A91-A270-A9B7-979E448F3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174" y="309563"/>
            <a:ext cx="1583984" cy="1847981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391F95EF-D760-85F0-554F-0D19D258AE14}"/>
              </a:ext>
            </a:extLst>
          </p:cNvPr>
          <p:cNvGrpSpPr/>
          <p:nvPr/>
        </p:nvGrpSpPr>
        <p:grpSpPr>
          <a:xfrm>
            <a:off x="3312583" y="4547577"/>
            <a:ext cx="6672263" cy="1514556"/>
            <a:chOff x="2982383" y="4530644"/>
            <a:chExt cx="6672263" cy="151455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6B4A23E9-FD40-4FA3-B269-B0F934822A73}"/>
                </a:ext>
              </a:extLst>
            </p:cNvPr>
            <p:cNvGrpSpPr/>
            <p:nvPr/>
          </p:nvGrpSpPr>
          <p:grpSpPr>
            <a:xfrm>
              <a:off x="6193896" y="4530644"/>
              <a:ext cx="3460750" cy="503074"/>
              <a:chOff x="6176963" y="4390562"/>
              <a:chExt cx="3460750" cy="590550"/>
            </a:xfrm>
          </p:grpSpPr>
          <p:sp>
            <p:nvSpPr>
              <p:cNvPr id="4" name="圆角矩形 42">
                <a:extLst>
                  <a:ext uri="{FF2B5EF4-FFF2-40B4-BE49-F238E27FC236}">
                    <a16:creationId xmlns:a16="http://schemas.microsoft.com/office/drawing/2014/main" id="{BAA4A59B-52E6-D47E-91E4-DD605CA8C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6963" y="4528675"/>
                <a:ext cx="1617662" cy="452437"/>
              </a:xfrm>
              <a:prstGeom prst="roundRect">
                <a:avLst>
                  <a:gd name="adj" fmla="val 16667"/>
                </a:avLst>
              </a:prstGeom>
              <a:solidFill>
                <a:srgbClr val="AAC6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" name="TextBox 44">
                <a:extLst>
                  <a:ext uri="{FF2B5EF4-FFF2-40B4-BE49-F238E27FC236}">
                    <a16:creationId xmlns:a16="http://schemas.microsoft.com/office/drawing/2014/main" id="{35084679-5396-F25D-B727-99E81A70E6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59725" y="4423900"/>
                <a:ext cx="1677988" cy="499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微软雅黑" panose="020B0503020204020204" pitchFamily="34" charset="-122"/>
                  </a:rPr>
                  <a:t>XXX</a:t>
                </a:r>
              </a:p>
            </p:txBody>
          </p:sp>
          <p:sp>
            <p:nvSpPr>
              <p:cNvPr id="7" name="TextBox 45">
                <a:extLst>
                  <a:ext uri="{FF2B5EF4-FFF2-40B4-BE49-F238E27FC236}">
                    <a16:creationId xmlns:a16="http://schemas.microsoft.com/office/drawing/2014/main" id="{C86DD6C4-DE3C-FDCA-660F-E243107846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4588" y="4390562"/>
                <a:ext cx="1508125" cy="499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dist"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accent2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</a:rPr>
                  <a:t>指导老师</a:t>
                </a:r>
                <a:endParaRPr lang="en-US" altLang="zh-CN" b="1" dirty="0"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9B68DDD-9A63-B47B-36F8-98563CDEF129}"/>
                </a:ext>
              </a:extLst>
            </p:cNvPr>
            <p:cNvGrpSpPr/>
            <p:nvPr/>
          </p:nvGrpSpPr>
          <p:grpSpPr>
            <a:xfrm>
              <a:off x="2982383" y="4539111"/>
              <a:ext cx="2883432" cy="495861"/>
              <a:chOff x="2965450" y="4399029"/>
              <a:chExt cx="2883432" cy="582083"/>
            </a:xfrm>
          </p:grpSpPr>
          <p:sp>
            <p:nvSpPr>
              <p:cNvPr id="5" name="TextBox 43">
                <a:extLst>
                  <a:ext uri="{FF2B5EF4-FFF2-40B4-BE49-F238E27FC236}">
                    <a16:creationId xmlns:a16="http://schemas.microsoft.com/office/drawing/2014/main" id="{97592768-21CF-5177-4B50-60BF1C057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3144" y="4423900"/>
                <a:ext cx="1455738" cy="499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微软雅黑" panose="020B0503020204020204" pitchFamily="34" charset="-122"/>
                  </a:rPr>
                  <a:t>XXX</a:t>
                </a:r>
              </a:p>
            </p:txBody>
          </p:sp>
          <p:sp>
            <p:nvSpPr>
              <p:cNvPr id="8" name="圆角矩形 46">
                <a:extLst>
                  <a:ext uri="{FF2B5EF4-FFF2-40B4-BE49-F238E27FC236}">
                    <a16:creationId xmlns:a16="http://schemas.microsoft.com/office/drawing/2014/main" id="{4F33DB13-BE11-5EAD-535A-130FEE578D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5450" y="4528675"/>
                <a:ext cx="1354138" cy="452437"/>
              </a:xfrm>
              <a:prstGeom prst="roundRect">
                <a:avLst>
                  <a:gd name="adj" fmla="val 16667"/>
                </a:avLst>
              </a:prstGeom>
              <a:solidFill>
                <a:srgbClr val="AAC6CA"/>
              </a:solidFill>
              <a:ln>
                <a:noFill/>
              </a:ln>
              <a:effectLst>
                <a:outerShdw blurRad="50800" dist="38100" algn="l" rotWithShape="0">
                  <a:srgbClr val="0A4652">
                    <a:alpha val="4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dirty="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" name="TextBox 47">
                <a:extLst>
                  <a:ext uri="{FF2B5EF4-FFF2-40B4-BE49-F238E27FC236}">
                    <a16:creationId xmlns:a16="http://schemas.microsoft.com/office/drawing/2014/main" id="{D0C04563-5DFF-3589-1EFC-19C2E325EF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4608" y="4399029"/>
                <a:ext cx="1306513" cy="49962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dist"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</a:rPr>
                  <a:t>答辩人</a:t>
                </a:r>
                <a:endPara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1B0E939A-C1C1-A0F2-1540-A086D3C25462}"/>
                </a:ext>
              </a:extLst>
            </p:cNvPr>
            <p:cNvGrpSpPr/>
            <p:nvPr/>
          </p:nvGrpSpPr>
          <p:grpSpPr>
            <a:xfrm>
              <a:off x="2982383" y="5549339"/>
              <a:ext cx="2883432" cy="495861"/>
              <a:chOff x="2979737" y="5476991"/>
              <a:chExt cx="2883432" cy="582083"/>
            </a:xfrm>
          </p:grpSpPr>
          <p:sp>
            <p:nvSpPr>
              <p:cNvPr id="13" name="TextBox 43">
                <a:extLst>
                  <a:ext uri="{FF2B5EF4-FFF2-40B4-BE49-F238E27FC236}">
                    <a16:creationId xmlns:a16="http://schemas.microsoft.com/office/drawing/2014/main" id="{DEF95EB9-3C25-9DED-B587-39E98E910C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07431" y="5501862"/>
                <a:ext cx="1455738" cy="499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微软雅黑" panose="020B0503020204020204" pitchFamily="34" charset="-122"/>
                  </a:rPr>
                  <a:t>XX</a:t>
                </a:r>
                <a:r>
                  <a:rPr lang="zh-CN" altLang="en-US" dirty="0">
                    <a:solidFill>
                      <a:schemeClr val="accent2"/>
                    </a:solidFill>
                    <a:latin typeface="微软雅黑" panose="020B0503020204020204" pitchFamily="34" charset="-122"/>
                  </a:rPr>
                  <a:t>学院</a:t>
                </a:r>
                <a:endParaRPr lang="en-US" altLang="zh-CN" dirty="0">
                  <a:solidFill>
                    <a:schemeClr val="accent2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" name="圆角矩形 46">
                <a:extLst>
                  <a:ext uri="{FF2B5EF4-FFF2-40B4-BE49-F238E27FC236}">
                    <a16:creationId xmlns:a16="http://schemas.microsoft.com/office/drawing/2014/main" id="{68340A26-5E31-E523-B5FE-366A86838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737" y="5606637"/>
                <a:ext cx="1354138" cy="452437"/>
              </a:xfrm>
              <a:prstGeom prst="roundRect">
                <a:avLst>
                  <a:gd name="adj" fmla="val 16667"/>
                </a:avLst>
              </a:prstGeom>
              <a:solidFill>
                <a:srgbClr val="AAC6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TextBox 47">
                <a:extLst>
                  <a:ext uri="{FF2B5EF4-FFF2-40B4-BE49-F238E27FC236}">
                    <a16:creationId xmlns:a16="http://schemas.microsoft.com/office/drawing/2014/main" id="{F8287D4C-E999-3C89-5888-48FC3A861F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0428" y="5476991"/>
                <a:ext cx="1306513" cy="49962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dist"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</a:rPr>
                  <a:t>学院</a:t>
                </a:r>
                <a:endPara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578E5CB-111B-F85B-9A2F-E6F285A7276D}"/>
                </a:ext>
              </a:extLst>
            </p:cNvPr>
            <p:cNvGrpSpPr/>
            <p:nvPr/>
          </p:nvGrpSpPr>
          <p:grpSpPr>
            <a:xfrm>
              <a:off x="6359148" y="5549339"/>
              <a:ext cx="2908833" cy="495861"/>
              <a:chOff x="6342215" y="5555589"/>
              <a:chExt cx="2908833" cy="582083"/>
            </a:xfrm>
          </p:grpSpPr>
          <p:sp>
            <p:nvSpPr>
              <p:cNvPr id="16" name="TextBox 43">
                <a:extLst>
                  <a:ext uri="{FF2B5EF4-FFF2-40B4-BE49-F238E27FC236}">
                    <a16:creationId xmlns:a16="http://schemas.microsoft.com/office/drawing/2014/main" id="{DAC39A3A-8C89-6363-3E33-AF3CC375CE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95310" y="5580460"/>
                <a:ext cx="1455738" cy="499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微软雅黑" panose="020B0503020204020204" pitchFamily="34" charset="-122"/>
                  </a:rPr>
                  <a:t>XXX</a:t>
                </a:r>
              </a:p>
            </p:txBody>
          </p:sp>
          <p:sp>
            <p:nvSpPr>
              <p:cNvPr id="17" name="圆角矩形 46">
                <a:extLst>
                  <a:ext uri="{FF2B5EF4-FFF2-40B4-BE49-F238E27FC236}">
                    <a16:creationId xmlns:a16="http://schemas.microsoft.com/office/drawing/2014/main" id="{856CEF96-3691-141D-C563-AB1368550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2215" y="5685235"/>
                <a:ext cx="1354138" cy="452437"/>
              </a:xfrm>
              <a:prstGeom prst="roundRect">
                <a:avLst>
                  <a:gd name="adj" fmla="val 16667"/>
                </a:avLst>
              </a:prstGeom>
              <a:solidFill>
                <a:srgbClr val="AAC6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TextBox 47">
                <a:extLst>
                  <a:ext uri="{FF2B5EF4-FFF2-40B4-BE49-F238E27FC236}">
                    <a16:creationId xmlns:a16="http://schemas.microsoft.com/office/drawing/2014/main" id="{92CD2780-7F9B-8E76-364E-68695DD3CC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72906" y="5555589"/>
                <a:ext cx="1306513" cy="499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dist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b="1" dirty="0">
                    <a:solidFill>
                      <a:schemeClr val="accent2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</a:rPr>
                  <a:t>专业</a:t>
                </a:r>
                <a:endParaRPr lang="en-US" altLang="zh-CN" b="1" dirty="0"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CBAE767-FBC7-DA18-9871-E78470D017D8}"/>
              </a:ext>
            </a:extLst>
          </p:cNvPr>
          <p:cNvGrpSpPr/>
          <p:nvPr/>
        </p:nvGrpSpPr>
        <p:grpSpPr>
          <a:xfrm>
            <a:off x="507999" y="702733"/>
            <a:ext cx="11168334" cy="0"/>
            <a:chOff x="812800" y="702733"/>
            <a:chExt cx="11168334" cy="0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373642-BA80-0F0F-02A7-2F4A2F7667D6}"/>
                </a:ext>
              </a:extLst>
            </p:cNvPr>
            <p:cNvCxnSpPr/>
            <p:nvPr/>
          </p:nvCxnSpPr>
          <p:spPr bwMode="auto">
            <a:xfrm>
              <a:off x="812800" y="702733"/>
              <a:ext cx="447040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50B7062-8696-BCB3-ACB4-29F666473ECD}"/>
                </a:ext>
              </a:extLst>
            </p:cNvPr>
            <p:cNvCxnSpPr/>
            <p:nvPr/>
          </p:nvCxnSpPr>
          <p:spPr bwMode="auto">
            <a:xfrm>
              <a:off x="7509934" y="702733"/>
              <a:ext cx="447120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7871"/>
    </mc:Choice>
    <mc:Fallback xmlns="">
      <p:transition advTm="787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A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5AA4F-B10A-84B3-7936-47999928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A8E890F-5AED-CE85-F761-1C758BB5ACAF}"/>
              </a:ext>
            </a:extLst>
          </p:cNvPr>
          <p:cNvSpPr/>
          <p:nvPr/>
        </p:nvSpPr>
        <p:spPr>
          <a:xfrm>
            <a:off x="-2237" y="62363"/>
            <a:ext cx="12183110" cy="597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04800" dist="38100" dir="5400000" algn="t" rotWithShape="0">
              <a:sysClr val="windowText" lastClr="000000">
                <a:lumMod val="50000"/>
                <a:lumOff val="50000"/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3162C7-1E9E-68AA-36D8-5E06D4AB4DE8}"/>
              </a:ext>
            </a:extLst>
          </p:cNvPr>
          <p:cNvSpPr/>
          <p:nvPr/>
        </p:nvSpPr>
        <p:spPr>
          <a:xfrm rot="10800000">
            <a:off x="-2237" y="590270"/>
            <a:ext cx="12190368" cy="80607"/>
          </a:xfrm>
          <a:prstGeom prst="rect">
            <a:avLst/>
          </a:prstGeom>
          <a:solidFill>
            <a:srgbClr val="0F6A7B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18D828-0A56-3F44-B1BE-E018E2F4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02" y="88467"/>
            <a:ext cx="1440626" cy="461411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006A208C-8A5B-8CAF-E178-1D393D230F08}"/>
              </a:ext>
            </a:extLst>
          </p:cNvPr>
          <p:cNvGrpSpPr/>
          <p:nvPr/>
        </p:nvGrpSpPr>
        <p:grpSpPr>
          <a:xfrm>
            <a:off x="5131065" y="1010711"/>
            <a:ext cx="1929870" cy="1143575"/>
            <a:chOff x="5148263" y="959909"/>
            <a:chExt cx="1929870" cy="11435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47C4AE-D8CA-47F6-8F89-563FC1FB6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6050" y="959909"/>
              <a:ext cx="1752452" cy="60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4400" b="1" dirty="0">
                  <a:solidFill>
                    <a:schemeClr val="bg1"/>
                  </a:solidFill>
                </a:rPr>
                <a:t>目录</a:t>
              </a: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7B82C839-383F-8F72-BDD3-BB0C52BC4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263" y="1518709"/>
              <a:ext cx="192987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200" dirty="0">
                  <a:solidFill>
                    <a:schemeClr val="bg1"/>
                  </a:solidFill>
                </a:rPr>
                <a:t>C</a:t>
              </a:r>
              <a:r>
                <a:rPr lang="zh-CN" altLang="en-US" sz="3200" dirty="0">
                  <a:solidFill>
                    <a:schemeClr val="bg1"/>
                  </a:solidFill>
                </a:rPr>
                <a:t>ontents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B8B3C47-DADC-07AB-932A-4C83D45DD9C4}"/>
              </a:ext>
            </a:extLst>
          </p:cNvPr>
          <p:cNvGrpSpPr/>
          <p:nvPr/>
        </p:nvGrpSpPr>
        <p:grpSpPr>
          <a:xfrm>
            <a:off x="1499981" y="2841842"/>
            <a:ext cx="9192039" cy="2740498"/>
            <a:chOff x="1125528" y="2731773"/>
            <a:chExt cx="9192039" cy="2740498"/>
          </a:xfrm>
        </p:grpSpPr>
        <p:sp>
          <p:nvSpPr>
            <p:cNvPr id="11" name="文本框 1">
              <a:extLst>
                <a:ext uri="{FF2B5EF4-FFF2-40B4-BE49-F238E27FC236}">
                  <a16:creationId xmlns:a16="http://schemas.microsoft.com/office/drawing/2014/main" id="{CFFADECF-D7F1-FC5F-E0D9-939BA044BC6F}"/>
                </a:ext>
              </a:extLst>
            </p:cNvPr>
            <p:cNvSpPr txBox="1"/>
            <p:nvPr/>
          </p:nvSpPr>
          <p:spPr>
            <a:xfrm>
              <a:off x="3819021" y="2731773"/>
              <a:ext cx="6443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01 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DAB2C11-166D-2E5A-CC5E-0B07775E4BF1}"/>
                </a:ext>
              </a:extLst>
            </p:cNvPr>
            <p:cNvCxnSpPr/>
            <p:nvPr/>
          </p:nvCxnSpPr>
          <p:spPr>
            <a:xfrm>
              <a:off x="4535535" y="2763633"/>
              <a:ext cx="0" cy="4320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3">
              <a:extLst>
                <a:ext uri="{FF2B5EF4-FFF2-40B4-BE49-F238E27FC236}">
                  <a16:creationId xmlns:a16="http://schemas.microsoft.com/office/drawing/2014/main" id="{AAE2B3B0-0E88-8568-00DA-C910DED1D456}"/>
                </a:ext>
              </a:extLst>
            </p:cNvPr>
            <p:cNvSpPr txBox="1"/>
            <p:nvPr/>
          </p:nvSpPr>
          <p:spPr>
            <a:xfrm>
              <a:off x="4641707" y="2741828"/>
              <a:ext cx="33864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选题背景及意义</a:t>
              </a:r>
            </a:p>
          </p:txBody>
        </p:sp>
        <p:sp>
          <p:nvSpPr>
            <p:cNvPr id="19" name="文本框 4">
              <a:extLst>
                <a:ext uri="{FF2B5EF4-FFF2-40B4-BE49-F238E27FC236}">
                  <a16:creationId xmlns:a16="http://schemas.microsoft.com/office/drawing/2014/main" id="{A74382B2-6295-6E7B-9688-FDFB2FD2ED95}"/>
                </a:ext>
              </a:extLst>
            </p:cNvPr>
            <p:cNvSpPr txBox="1"/>
            <p:nvPr/>
          </p:nvSpPr>
          <p:spPr>
            <a:xfrm>
              <a:off x="3819021" y="3464619"/>
              <a:ext cx="6443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02 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F9EF317-6C58-7CBE-CBB7-A21691F08992}"/>
                </a:ext>
              </a:extLst>
            </p:cNvPr>
            <p:cNvCxnSpPr/>
            <p:nvPr/>
          </p:nvCxnSpPr>
          <p:spPr>
            <a:xfrm>
              <a:off x="4535535" y="3496479"/>
              <a:ext cx="0" cy="4320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6">
              <a:extLst>
                <a:ext uri="{FF2B5EF4-FFF2-40B4-BE49-F238E27FC236}">
                  <a16:creationId xmlns:a16="http://schemas.microsoft.com/office/drawing/2014/main" id="{D2687EBB-FED7-50B5-1042-2829E4E9766C}"/>
                </a:ext>
              </a:extLst>
            </p:cNvPr>
            <p:cNvSpPr txBox="1"/>
            <p:nvPr/>
          </p:nvSpPr>
          <p:spPr>
            <a:xfrm>
              <a:off x="4641707" y="3474674"/>
              <a:ext cx="33864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研究思路与方法</a:t>
              </a:r>
            </a:p>
          </p:txBody>
        </p:sp>
        <p:sp>
          <p:nvSpPr>
            <p:cNvPr id="28" name="文本框 7">
              <a:extLst>
                <a:ext uri="{FF2B5EF4-FFF2-40B4-BE49-F238E27FC236}">
                  <a16:creationId xmlns:a16="http://schemas.microsoft.com/office/drawing/2014/main" id="{CD085798-12E4-07B7-77A3-735930CB1AC9}"/>
                </a:ext>
              </a:extLst>
            </p:cNvPr>
            <p:cNvSpPr txBox="1"/>
            <p:nvPr/>
          </p:nvSpPr>
          <p:spPr>
            <a:xfrm>
              <a:off x="3819021" y="4206835"/>
              <a:ext cx="6443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03 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CE2E0FA7-EEEA-EF46-9747-0C19730AFEB2}"/>
                </a:ext>
              </a:extLst>
            </p:cNvPr>
            <p:cNvCxnSpPr/>
            <p:nvPr/>
          </p:nvCxnSpPr>
          <p:spPr>
            <a:xfrm>
              <a:off x="4535535" y="4238695"/>
              <a:ext cx="0" cy="4320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9">
              <a:extLst>
                <a:ext uri="{FF2B5EF4-FFF2-40B4-BE49-F238E27FC236}">
                  <a16:creationId xmlns:a16="http://schemas.microsoft.com/office/drawing/2014/main" id="{CF68B93A-B99C-D5B5-918E-C6ED39C5E89E}"/>
                </a:ext>
              </a:extLst>
            </p:cNvPr>
            <p:cNvSpPr txBox="1"/>
            <p:nvPr/>
          </p:nvSpPr>
          <p:spPr>
            <a:xfrm>
              <a:off x="4641707" y="4216890"/>
              <a:ext cx="33864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核心技术与实践难点</a:t>
              </a:r>
            </a:p>
          </p:txBody>
        </p:sp>
        <p:sp>
          <p:nvSpPr>
            <p:cNvPr id="34" name="文本框 10">
              <a:extLst>
                <a:ext uri="{FF2B5EF4-FFF2-40B4-BE49-F238E27FC236}">
                  <a16:creationId xmlns:a16="http://schemas.microsoft.com/office/drawing/2014/main" id="{EDE1966B-79EC-F1AB-584D-8443A0E2BB6F}"/>
                </a:ext>
              </a:extLst>
            </p:cNvPr>
            <p:cNvSpPr txBox="1"/>
            <p:nvPr/>
          </p:nvSpPr>
          <p:spPr>
            <a:xfrm>
              <a:off x="3819021" y="4949051"/>
              <a:ext cx="6443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F439AB0-10AD-AF40-DFB9-393CC837ECFA}"/>
                </a:ext>
              </a:extLst>
            </p:cNvPr>
            <p:cNvCxnSpPr/>
            <p:nvPr/>
          </p:nvCxnSpPr>
          <p:spPr>
            <a:xfrm>
              <a:off x="4535535" y="4980911"/>
              <a:ext cx="0" cy="4320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12">
              <a:extLst>
                <a:ext uri="{FF2B5EF4-FFF2-40B4-BE49-F238E27FC236}">
                  <a16:creationId xmlns:a16="http://schemas.microsoft.com/office/drawing/2014/main" id="{2060BC39-7781-734C-A138-17E2CA8B9807}"/>
                </a:ext>
              </a:extLst>
            </p:cNvPr>
            <p:cNvSpPr txBox="1"/>
            <p:nvPr/>
          </p:nvSpPr>
          <p:spPr>
            <a:xfrm>
              <a:off x="4641707" y="4959106"/>
              <a:ext cx="33864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研究成果未来规划</a:t>
              </a: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E2D2870-BB3B-0631-3C3F-4BAE0945802A}"/>
                </a:ext>
              </a:extLst>
            </p:cNvPr>
            <p:cNvCxnSpPr/>
            <p:nvPr/>
          </p:nvCxnSpPr>
          <p:spPr>
            <a:xfrm>
              <a:off x="7890626" y="2979633"/>
              <a:ext cx="1584000" cy="0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18">
              <a:extLst>
                <a:ext uri="{FF2B5EF4-FFF2-40B4-BE49-F238E27FC236}">
                  <a16:creationId xmlns:a16="http://schemas.microsoft.com/office/drawing/2014/main" id="{DB22BF74-146A-2BBA-D862-DE446B182E19}"/>
                </a:ext>
              </a:extLst>
            </p:cNvPr>
            <p:cNvSpPr txBox="1"/>
            <p:nvPr/>
          </p:nvSpPr>
          <p:spPr>
            <a:xfrm>
              <a:off x="9499073" y="2762453"/>
              <a:ext cx="8184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Impact" panose="020B0806030902050204" pitchFamily="34" charset="0"/>
                </a:rPr>
                <a:t>P03 </a:t>
              </a:r>
              <a:endParaRPr lang="zh-CN" altLang="en-US" sz="20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8" name="文本框 19">
              <a:extLst>
                <a:ext uri="{FF2B5EF4-FFF2-40B4-BE49-F238E27FC236}">
                  <a16:creationId xmlns:a16="http://schemas.microsoft.com/office/drawing/2014/main" id="{881DE93C-AC2A-07ED-C56F-6A53EF6E3907}"/>
                </a:ext>
              </a:extLst>
            </p:cNvPr>
            <p:cNvSpPr txBox="1"/>
            <p:nvPr/>
          </p:nvSpPr>
          <p:spPr>
            <a:xfrm>
              <a:off x="9499073" y="3495299"/>
              <a:ext cx="8184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Impact" panose="020B0806030902050204" pitchFamily="34" charset="0"/>
                </a:rPr>
                <a:t>P09</a:t>
              </a:r>
              <a:endParaRPr lang="zh-CN" altLang="en-US" sz="20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9" name="文本框 20">
              <a:extLst>
                <a:ext uri="{FF2B5EF4-FFF2-40B4-BE49-F238E27FC236}">
                  <a16:creationId xmlns:a16="http://schemas.microsoft.com/office/drawing/2014/main" id="{358A0DEB-C3AC-5C77-FC60-FFD1E6B0CAFE}"/>
                </a:ext>
              </a:extLst>
            </p:cNvPr>
            <p:cNvSpPr txBox="1"/>
            <p:nvPr/>
          </p:nvSpPr>
          <p:spPr>
            <a:xfrm>
              <a:off x="9499073" y="4237515"/>
              <a:ext cx="8184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Impact" panose="020B0806030902050204" pitchFamily="34" charset="0"/>
                </a:rPr>
                <a:t>P14 </a:t>
              </a:r>
              <a:endParaRPr lang="zh-CN" altLang="en-US" sz="20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50" name="文本框 21">
              <a:extLst>
                <a:ext uri="{FF2B5EF4-FFF2-40B4-BE49-F238E27FC236}">
                  <a16:creationId xmlns:a16="http://schemas.microsoft.com/office/drawing/2014/main" id="{53B7C9A2-0FB4-28DD-13CC-B164BD33B9BA}"/>
                </a:ext>
              </a:extLst>
            </p:cNvPr>
            <p:cNvSpPr txBox="1"/>
            <p:nvPr/>
          </p:nvSpPr>
          <p:spPr>
            <a:xfrm>
              <a:off x="9499073" y="4979731"/>
              <a:ext cx="8184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Impact" panose="020B0806030902050204" pitchFamily="34" charset="0"/>
                </a:rPr>
                <a:t>P19</a:t>
              </a:r>
              <a:endParaRPr lang="zh-CN" altLang="en-US" sz="20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3B40DBD1-B284-EF5D-D63A-3450F72858EC}"/>
                </a:ext>
              </a:extLst>
            </p:cNvPr>
            <p:cNvCxnSpPr/>
            <p:nvPr/>
          </p:nvCxnSpPr>
          <p:spPr>
            <a:xfrm>
              <a:off x="7890626" y="3737049"/>
              <a:ext cx="1584000" cy="0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B696562-8142-3DC8-6D97-4793291932A7}"/>
                </a:ext>
              </a:extLst>
            </p:cNvPr>
            <p:cNvCxnSpPr/>
            <p:nvPr/>
          </p:nvCxnSpPr>
          <p:spPr>
            <a:xfrm>
              <a:off x="7890626" y="4453214"/>
              <a:ext cx="1584000" cy="0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D1F6913E-7494-C164-C5D8-F5037D092FE1}"/>
                </a:ext>
              </a:extLst>
            </p:cNvPr>
            <p:cNvCxnSpPr/>
            <p:nvPr/>
          </p:nvCxnSpPr>
          <p:spPr>
            <a:xfrm>
              <a:off x="7890626" y="5224381"/>
              <a:ext cx="1584000" cy="0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0854F3C7-0000-5862-E6E4-CEF7B5BD6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5528" y="2834520"/>
              <a:ext cx="2303462" cy="2306637"/>
            </a:xfrm>
            <a:custGeom>
              <a:avLst/>
              <a:gdLst>
                <a:gd name="T0" fmla="*/ 2192287 w 3543"/>
                <a:gd name="T1" fmla="*/ 1153644 h 3543"/>
                <a:gd name="T2" fmla="*/ 111175 w 3543"/>
                <a:gd name="T3" fmla="*/ 1153644 h 3543"/>
                <a:gd name="T4" fmla="*/ 1151406 w 3543"/>
                <a:gd name="T5" fmla="*/ 0 h 3543"/>
                <a:gd name="T6" fmla="*/ 1151406 w 3543"/>
                <a:gd name="T7" fmla="*/ 2306637 h 3543"/>
                <a:gd name="T8" fmla="*/ 1151406 w 3543"/>
                <a:gd name="T9" fmla="*/ 0 h 3543"/>
                <a:gd name="T10" fmla="*/ 1236575 w 3543"/>
                <a:gd name="T11" fmla="*/ 1578774 h 3543"/>
                <a:gd name="T12" fmla="*/ 1036330 w 3543"/>
                <a:gd name="T13" fmla="*/ 1668617 h 3543"/>
                <a:gd name="T14" fmla="*/ 843888 w 3543"/>
                <a:gd name="T15" fmla="*/ 440755 h 3543"/>
                <a:gd name="T16" fmla="*/ 886147 w 3543"/>
                <a:gd name="T17" fmla="*/ 468749 h 3543"/>
                <a:gd name="T18" fmla="*/ 1169610 w 3543"/>
                <a:gd name="T19" fmla="*/ 399088 h 3543"/>
                <a:gd name="T20" fmla="*/ 799028 w 3543"/>
                <a:gd name="T21" fmla="*/ 450520 h 3543"/>
                <a:gd name="T22" fmla="*/ 878995 w 3543"/>
                <a:gd name="T23" fmla="*/ 529296 h 3543"/>
                <a:gd name="T24" fmla="*/ 862092 w 3543"/>
                <a:gd name="T25" fmla="*/ 1126951 h 3543"/>
                <a:gd name="T26" fmla="*/ 782124 w 3543"/>
                <a:gd name="T27" fmla="*/ 1048826 h 3543"/>
                <a:gd name="T28" fmla="*/ 799028 w 3543"/>
                <a:gd name="T29" fmla="*/ 450520 h 3543"/>
                <a:gd name="T30" fmla="*/ 1098094 w 3543"/>
                <a:gd name="T31" fmla="*/ 654947 h 3543"/>
                <a:gd name="T32" fmla="*/ 1438770 w 3543"/>
                <a:gd name="T33" fmla="*/ 615884 h 3543"/>
                <a:gd name="T34" fmla="*/ 1061036 w 3543"/>
                <a:gd name="T35" fmla="*/ 630858 h 3543"/>
                <a:gd name="T36" fmla="*/ 1079890 w 3543"/>
                <a:gd name="T37" fmla="*/ 681640 h 3543"/>
                <a:gd name="T38" fmla="*/ 1096794 w 3543"/>
                <a:gd name="T39" fmla="*/ 1301430 h 3543"/>
                <a:gd name="T40" fmla="*/ 1016176 w 3543"/>
                <a:gd name="T41" fmla="*/ 1277342 h 3543"/>
                <a:gd name="T42" fmla="*/ 999272 w 3543"/>
                <a:gd name="T43" fmla="*/ 657551 h 3543"/>
                <a:gd name="T44" fmla="*/ 1127351 w 3543"/>
                <a:gd name="T45" fmla="*/ 707030 h 3543"/>
                <a:gd name="T46" fmla="*/ 1533041 w 3543"/>
                <a:gd name="T47" fmla="*/ 707030 h 3543"/>
                <a:gd name="T48" fmla="*/ 1477778 w 3543"/>
                <a:gd name="T49" fmla="*/ 1266925 h 3543"/>
                <a:gd name="T50" fmla="*/ 1127351 w 3543"/>
                <a:gd name="T51" fmla="*/ 707030 h 3543"/>
                <a:gd name="T52" fmla="*/ 1468676 w 3543"/>
                <a:gd name="T53" fmla="*/ 753254 h 3543"/>
                <a:gd name="T54" fmla="*/ 1194966 w 3543"/>
                <a:gd name="T55" fmla="*/ 912759 h 3543"/>
                <a:gd name="T56" fmla="*/ 910202 w 3543"/>
                <a:gd name="T57" fmla="*/ 516275 h 3543"/>
                <a:gd name="T58" fmla="*/ 1315242 w 3543"/>
                <a:gd name="T59" fmla="*/ 516926 h 3543"/>
                <a:gd name="T60" fmla="*/ 983669 w 3543"/>
                <a:gd name="T61" fmla="*/ 573567 h 3543"/>
                <a:gd name="T62" fmla="*/ 951812 w 3543"/>
                <a:gd name="T63" fmla="*/ 1115884 h 3543"/>
                <a:gd name="T64" fmla="*/ 910202 w 3543"/>
                <a:gd name="T65" fmla="*/ 516275 h 3543"/>
                <a:gd name="T66" fmla="*/ 724261 w 3543"/>
                <a:gd name="T67" fmla="*/ 800780 h 3543"/>
                <a:gd name="T68" fmla="*/ 659247 w 3543"/>
                <a:gd name="T69" fmla="*/ 686848 h 3543"/>
                <a:gd name="T70" fmla="*/ 551323 w 3543"/>
                <a:gd name="T71" fmla="*/ 1398435 h 3543"/>
                <a:gd name="T72" fmla="*/ 629990 w 3543"/>
                <a:gd name="T73" fmla="*/ 1501951 h 3543"/>
                <a:gd name="T74" fmla="*/ 436247 w 3543"/>
                <a:gd name="T75" fmla="*/ 1748695 h 3543"/>
                <a:gd name="T76" fmla="*/ 1891270 w 3543"/>
                <a:gd name="T77" fmla="*/ 1654945 h 3543"/>
                <a:gd name="T78" fmla="*/ 1767743 w 3543"/>
                <a:gd name="T79" fmla="*/ 1398435 h 3543"/>
                <a:gd name="T80" fmla="*/ 1660469 w 3543"/>
                <a:gd name="T81" fmla="*/ 686848 h 3543"/>
                <a:gd name="T82" fmla="*/ 1595455 w 3543"/>
                <a:gd name="T83" fmla="*/ 800780 h 3543"/>
                <a:gd name="T84" fmla="*/ 1665020 w 3543"/>
                <a:gd name="T85" fmla="*/ 1414711 h 3543"/>
                <a:gd name="T86" fmla="*/ 654045 w 3543"/>
                <a:gd name="T87" fmla="*/ 800780 h 354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543" h="3543">
                  <a:moveTo>
                    <a:pt x="1771" y="171"/>
                  </a:moveTo>
                  <a:cubicBezTo>
                    <a:pt x="2655" y="171"/>
                    <a:pt x="3372" y="888"/>
                    <a:pt x="3372" y="1772"/>
                  </a:cubicBezTo>
                  <a:cubicBezTo>
                    <a:pt x="3372" y="2655"/>
                    <a:pt x="2655" y="3372"/>
                    <a:pt x="1771" y="3372"/>
                  </a:cubicBezTo>
                  <a:cubicBezTo>
                    <a:pt x="888" y="3372"/>
                    <a:pt x="171" y="2655"/>
                    <a:pt x="171" y="1772"/>
                  </a:cubicBezTo>
                  <a:cubicBezTo>
                    <a:pt x="171" y="888"/>
                    <a:pt x="888" y="171"/>
                    <a:pt x="1771" y="171"/>
                  </a:cubicBezTo>
                  <a:close/>
                  <a:moveTo>
                    <a:pt x="1771" y="0"/>
                  </a:moveTo>
                  <a:cubicBezTo>
                    <a:pt x="2750" y="0"/>
                    <a:pt x="3543" y="793"/>
                    <a:pt x="3543" y="1772"/>
                  </a:cubicBezTo>
                  <a:cubicBezTo>
                    <a:pt x="3543" y="2750"/>
                    <a:pt x="2750" y="3543"/>
                    <a:pt x="1771" y="3543"/>
                  </a:cubicBezTo>
                  <a:cubicBezTo>
                    <a:pt x="793" y="3543"/>
                    <a:pt x="0" y="2750"/>
                    <a:pt x="0" y="1772"/>
                  </a:cubicBezTo>
                  <a:cubicBezTo>
                    <a:pt x="0" y="793"/>
                    <a:pt x="793" y="0"/>
                    <a:pt x="1771" y="0"/>
                  </a:cubicBezTo>
                  <a:close/>
                  <a:moveTo>
                    <a:pt x="1664" y="2425"/>
                  </a:moveTo>
                  <a:lnTo>
                    <a:pt x="1902" y="2425"/>
                  </a:lnTo>
                  <a:lnTo>
                    <a:pt x="1985" y="2563"/>
                  </a:lnTo>
                  <a:lnTo>
                    <a:pt x="1594" y="2563"/>
                  </a:lnTo>
                  <a:lnTo>
                    <a:pt x="1664" y="2425"/>
                  </a:lnTo>
                  <a:close/>
                  <a:moveTo>
                    <a:pt x="1298" y="677"/>
                  </a:moveTo>
                  <a:lnTo>
                    <a:pt x="1355" y="713"/>
                  </a:lnTo>
                  <a:cubicBezTo>
                    <a:pt x="1358" y="715"/>
                    <a:pt x="1361" y="717"/>
                    <a:pt x="1363" y="720"/>
                  </a:cubicBezTo>
                  <a:lnTo>
                    <a:pt x="1878" y="654"/>
                  </a:lnTo>
                  <a:cubicBezTo>
                    <a:pt x="1866" y="625"/>
                    <a:pt x="1835" y="608"/>
                    <a:pt x="1799" y="613"/>
                  </a:cubicBezTo>
                  <a:lnTo>
                    <a:pt x="1298" y="677"/>
                  </a:lnTo>
                  <a:close/>
                  <a:moveTo>
                    <a:pt x="1229" y="692"/>
                  </a:moveTo>
                  <a:lnTo>
                    <a:pt x="1326" y="755"/>
                  </a:lnTo>
                  <a:cubicBezTo>
                    <a:pt x="1341" y="764"/>
                    <a:pt x="1352" y="790"/>
                    <a:pt x="1352" y="813"/>
                  </a:cubicBezTo>
                  <a:lnTo>
                    <a:pt x="1352" y="1706"/>
                  </a:lnTo>
                  <a:cubicBezTo>
                    <a:pt x="1352" y="1729"/>
                    <a:pt x="1341" y="1740"/>
                    <a:pt x="1326" y="1731"/>
                  </a:cubicBezTo>
                  <a:lnTo>
                    <a:pt x="1229" y="1669"/>
                  </a:lnTo>
                  <a:cubicBezTo>
                    <a:pt x="1215" y="1660"/>
                    <a:pt x="1203" y="1634"/>
                    <a:pt x="1203" y="1611"/>
                  </a:cubicBezTo>
                  <a:lnTo>
                    <a:pt x="1203" y="717"/>
                  </a:lnTo>
                  <a:cubicBezTo>
                    <a:pt x="1203" y="694"/>
                    <a:pt x="1215" y="683"/>
                    <a:pt x="1229" y="692"/>
                  </a:cubicBezTo>
                  <a:close/>
                  <a:moveTo>
                    <a:pt x="1632" y="969"/>
                  </a:moveTo>
                  <a:lnTo>
                    <a:pt x="1689" y="1006"/>
                  </a:lnTo>
                  <a:cubicBezTo>
                    <a:pt x="1692" y="1008"/>
                    <a:pt x="1695" y="1010"/>
                    <a:pt x="1698" y="1012"/>
                  </a:cubicBezTo>
                  <a:lnTo>
                    <a:pt x="2213" y="946"/>
                  </a:lnTo>
                  <a:cubicBezTo>
                    <a:pt x="2200" y="918"/>
                    <a:pt x="2169" y="900"/>
                    <a:pt x="2134" y="905"/>
                  </a:cubicBezTo>
                  <a:lnTo>
                    <a:pt x="1632" y="969"/>
                  </a:lnTo>
                  <a:close/>
                  <a:moveTo>
                    <a:pt x="1563" y="985"/>
                  </a:moveTo>
                  <a:lnTo>
                    <a:pt x="1661" y="1047"/>
                  </a:lnTo>
                  <a:cubicBezTo>
                    <a:pt x="1675" y="1056"/>
                    <a:pt x="1687" y="1082"/>
                    <a:pt x="1687" y="1105"/>
                  </a:cubicBezTo>
                  <a:lnTo>
                    <a:pt x="1687" y="1999"/>
                  </a:lnTo>
                  <a:cubicBezTo>
                    <a:pt x="1687" y="2022"/>
                    <a:pt x="1675" y="2033"/>
                    <a:pt x="1661" y="2024"/>
                  </a:cubicBezTo>
                  <a:lnTo>
                    <a:pt x="1563" y="1962"/>
                  </a:lnTo>
                  <a:cubicBezTo>
                    <a:pt x="1549" y="1952"/>
                    <a:pt x="1537" y="1926"/>
                    <a:pt x="1537" y="1903"/>
                  </a:cubicBezTo>
                  <a:lnTo>
                    <a:pt x="1537" y="1010"/>
                  </a:lnTo>
                  <a:cubicBezTo>
                    <a:pt x="1537" y="987"/>
                    <a:pt x="1549" y="976"/>
                    <a:pt x="1563" y="985"/>
                  </a:cubicBezTo>
                  <a:close/>
                  <a:moveTo>
                    <a:pt x="1734" y="1086"/>
                  </a:moveTo>
                  <a:lnTo>
                    <a:pt x="2273" y="1017"/>
                  </a:lnTo>
                  <a:cubicBezTo>
                    <a:pt x="2320" y="1011"/>
                    <a:pt x="2358" y="1042"/>
                    <a:pt x="2358" y="1086"/>
                  </a:cubicBezTo>
                  <a:lnTo>
                    <a:pt x="2358" y="1855"/>
                  </a:lnTo>
                  <a:cubicBezTo>
                    <a:pt x="2358" y="1899"/>
                    <a:pt x="2320" y="1940"/>
                    <a:pt x="2273" y="1946"/>
                  </a:cubicBezTo>
                  <a:lnTo>
                    <a:pt x="1734" y="2015"/>
                  </a:lnTo>
                  <a:lnTo>
                    <a:pt x="1734" y="1086"/>
                  </a:lnTo>
                  <a:close/>
                  <a:moveTo>
                    <a:pt x="1838" y="1211"/>
                  </a:moveTo>
                  <a:lnTo>
                    <a:pt x="2259" y="1157"/>
                  </a:lnTo>
                  <a:lnTo>
                    <a:pt x="2259" y="1347"/>
                  </a:lnTo>
                  <a:lnTo>
                    <a:pt x="1838" y="1402"/>
                  </a:lnTo>
                  <a:lnTo>
                    <a:pt x="1838" y="1211"/>
                  </a:lnTo>
                  <a:close/>
                  <a:moveTo>
                    <a:pt x="1400" y="793"/>
                  </a:moveTo>
                  <a:lnTo>
                    <a:pt x="1939" y="724"/>
                  </a:lnTo>
                  <a:cubicBezTo>
                    <a:pt x="1985" y="718"/>
                    <a:pt x="2023" y="749"/>
                    <a:pt x="2023" y="794"/>
                  </a:cubicBezTo>
                  <a:lnTo>
                    <a:pt x="2023" y="816"/>
                  </a:lnTo>
                  <a:lnTo>
                    <a:pt x="1513" y="881"/>
                  </a:lnTo>
                  <a:cubicBezTo>
                    <a:pt x="1477" y="891"/>
                    <a:pt x="1462" y="915"/>
                    <a:pt x="1464" y="963"/>
                  </a:cubicBezTo>
                  <a:lnTo>
                    <a:pt x="1464" y="1714"/>
                  </a:lnTo>
                  <a:lnTo>
                    <a:pt x="1400" y="1723"/>
                  </a:lnTo>
                  <a:lnTo>
                    <a:pt x="1400" y="793"/>
                  </a:lnTo>
                  <a:close/>
                  <a:moveTo>
                    <a:pt x="1006" y="1230"/>
                  </a:moveTo>
                  <a:lnTo>
                    <a:pt x="1114" y="1230"/>
                  </a:lnTo>
                  <a:lnTo>
                    <a:pt x="1114" y="1055"/>
                  </a:lnTo>
                  <a:lnTo>
                    <a:pt x="1014" y="1055"/>
                  </a:lnTo>
                  <a:cubicBezTo>
                    <a:pt x="923" y="1055"/>
                    <a:pt x="848" y="1130"/>
                    <a:pt x="848" y="1221"/>
                  </a:cubicBezTo>
                  <a:lnTo>
                    <a:pt x="848" y="2148"/>
                  </a:lnTo>
                  <a:cubicBezTo>
                    <a:pt x="848" y="2223"/>
                    <a:pt x="899" y="2287"/>
                    <a:pt x="969" y="2307"/>
                  </a:cubicBezTo>
                  <a:lnTo>
                    <a:pt x="671" y="2542"/>
                  </a:lnTo>
                  <a:lnTo>
                    <a:pt x="671" y="2686"/>
                  </a:lnTo>
                  <a:lnTo>
                    <a:pt x="2909" y="2686"/>
                  </a:lnTo>
                  <a:lnTo>
                    <a:pt x="2909" y="2542"/>
                  </a:lnTo>
                  <a:lnTo>
                    <a:pt x="2589" y="2309"/>
                  </a:lnTo>
                  <a:cubicBezTo>
                    <a:pt x="2663" y="2293"/>
                    <a:pt x="2719" y="2226"/>
                    <a:pt x="2719" y="2148"/>
                  </a:cubicBezTo>
                  <a:lnTo>
                    <a:pt x="2719" y="1221"/>
                  </a:lnTo>
                  <a:cubicBezTo>
                    <a:pt x="2719" y="1130"/>
                    <a:pt x="2645" y="1055"/>
                    <a:pt x="2554" y="1055"/>
                  </a:cubicBezTo>
                  <a:lnTo>
                    <a:pt x="2454" y="1055"/>
                  </a:lnTo>
                  <a:lnTo>
                    <a:pt x="2454" y="1230"/>
                  </a:lnTo>
                  <a:lnTo>
                    <a:pt x="2561" y="1230"/>
                  </a:lnTo>
                  <a:lnTo>
                    <a:pt x="2561" y="2173"/>
                  </a:lnTo>
                  <a:lnTo>
                    <a:pt x="1006" y="2173"/>
                  </a:lnTo>
                  <a:lnTo>
                    <a:pt x="1006" y="12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258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5">
            <a:extLst>
              <a:ext uri="{FF2B5EF4-FFF2-40B4-BE49-F238E27FC236}">
                <a16:creationId xmlns:a16="http://schemas.microsoft.com/office/drawing/2014/main" id="{467873E4-6176-AC3F-1D9C-88A8ABDD93FD}"/>
              </a:ext>
            </a:extLst>
          </p:cNvPr>
          <p:cNvSpPr>
            <a:spLocks/>
          </p:cNvSpPr>
          <p:nvPr/>
        </p:nvSpPr>
        <p:spPr bwMode="auto">
          <a:xfrm>
            <a:off x="261970" y="1132363"/>
            <a:ext cx="474662" cy="560387"/>
          </a:xfrm>
          <a:custGeom>
            <a:avLst/>
            <a:gdLst>
              <a:gd name="T0" fmla="*/ 2147483646 w 574"/>
              <a:gd name="T1" fmla="*/ 2147483646 h 681"/>
              <a:gd name="T2" fmla="*/ 2147483646 w 574"/>
              <a:gd name="T3" fmla="*/ 2147483646 h 681"/>
              <a:gd name="T4" fmla="*/ 2147483646 w 574"/>
              <a:gd name="T5" fmla="*/ 2147483646 h 681"/>
              <a:gd name="T6" fmla="*/ 2147483646 w 574"/>
              <a:gd name="T7" fmla="*/ 2147483646 h 681"/>
              <a:gd name="T8" fmla="*/ 2147483646 w 574"/>
              <a:gd name="T9" fmla="*/ 2147483646 h 681"/>
              <a:gd name="T10" fmla="*/ 2147483646 w 574"/>
              <a:gd name="T11" fmla="*/ 2147483646 h 681"/>
              <a:gd name="T12" fmla="*/ 2147483646 w 574"/>
              <a:gd name="T13" fmla="*/ 2147483646 h 681"/>
              <a:gd name="T14" fmla="*/ 2147483646 w 574"/>
              <a:gd name="T15" fmla="*/ 2147483646 h 681"/>
              <a:gd name="T16" fmla="*/ 2147483646 w 574"/>
              <a:gd name="T17" fmla="*/ 0 h 681"/>
              <a:gd name="T18" fmla="*/ 2147483646 w 574"/>
              <a:gd name="T19" fmla="*/ 2147483646 h 681"/>
              <a:gd name="T20" fmla="*/ 2147483646 w 574"/>
              <a:gd name="T21" fmla="*/ 2147483646 h 681"/>
              <a:gd name="T22" fmla="*/ 2147483646 w 574"/>
              <a:gd name="T23" fmla="*/ 2147483646 h 681"/>
              <a:gd name="T24" fmla="*/ 2147483646 w 574"/>
              <a:gd name="T25" fmla="*/ 2147483646 h 681"/>
              <a:gd name="T26" fmla="*/ 2147483646 w 574"/>
              <a:gd name="T27" fmla="*/ 2147483646 h 681"/>
              <a:gd name="T28" fmla="*/ 2147483646 w 574"/>
              <a:gd name="T29" fmla="*/ 2147483646 h 681"/>
              <a:gd name="T30" fmla="*/ 2147483646 w 574"/>
              <a:gd name="T31" fmla="*/ 2147483646 h 681"/>
              <a:gd name="T32" fmla="*/ 2147483646 w 574"/>
              <a:gd name="T33" fmla="*/ 2147483646 h 681"/>
              <a:gd name="T34" fmla="*/ 2147483646 w 574"/>
              <a:gd name="T35" fmla="*/ 2147483646 h 681"/>
              <a:gd name="T36" fmla="*/ 2147483646 w 574"/>
              <a:gd name="T37" fmla="*/ 2147483646 h 681"/>
              <a:gd name="T38" fmla="*/ 0 w 574"/>
              <a:gd name="T39" fmla="*/ 2147483646 h 681"/>
              <a:gd name="T40" fmla="*/ 2147483646 w 574"/>
              <a:gd name="T41" fmla="*/ 2147483646 h 68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004C5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3517C41-9D6C-E4C4-F4FB-87F5FC645401}"/>
              </a:ext>
            </a:extLst>
          </p:cNvPr>
          <p:cNvGrpSpPr/>
          <p:nvPr/>
        </p:nvGrpSpPr>
        <p:grpSpPr>
          <a:xfrm>
            <a:off x="930848" y="1306513"/>
            <a:ext cx="1493838" cy="1076325"/>
            <a:chOff x="1181100" y="1306513"/>
            <a:chExt cx="1493838" cy="1076325"/>
          </a:xfrm>
        </p:grpSpPr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EE6431F5-CA3E-A688-F588-DD13FD850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063" y="1687513"/>
              <a:ext cx="269875" cy="312737"/>
            </a:xfrm>
            <a:custGeom>
              <a:avLst/>
              <a:gdLst>
                <a:gd name="T0" fmla="*/ 2147483646 w 274"/>
                <a:gd name="T1" fmla="*/ 2147483646 h 317"/>
                <a:gd name="T2" fmla="*/ 2147483646 w 274"/>
                <a:gd name="T3" fmla="*/ 2147483646 h 317"/>
                <a:gd name="T4" fmla="*/ 0 w 274"/>
                <a:gd name="T5" fmla="*/ 2147483646 h 317"/>
                <a:gd name="T6" fmla="*/ 0 w 274"/>
                <a:gd name="T7" fmla="*/ 2147483646 h 317"/>
                <a:gd name="T8" fmla="*/ 0 w 274"/>
                <a:gd name="T9" fmla="*/ 0 h 317"/>
                <a:gd name="T10" fmla="*/ 2147483646 w 274"/>
                <a:gd name="T11" fmla="*/ 2147483646 h 317"/>
                <a:gd name="T12" fmla="*/ 2147483646 w 274"/>
                <a:gd name="T13" fmla="*/ 2147483646 h 3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4" h="317">
                  <a:moveTo>
                    <a:pt x="274" y="158"/>
                  </a:moveTo>
                  <a:lnTo>
                    <a:pt x="137" y="238"/>
                  </a:lnTo>
                  <a:lnTo>
                    <a:pt x="0" y="317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137" y="79"/>
                  </a:lnTo>
                  <a:lnTo>
                    <a:pt x="274" y="158"/>
                  </a:lnTo>
                  <a:close/>
                </a:path>
              </a:pathLst>
            </a:custGeom>
            <a:solidFill>
              <a:srgbClr val="004C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4C5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Oval 6">
              <a:extLst>
                <a:ext uri="{FF2B5EF4-FFF2-40B4-BE49-F238E27FC236}">
                  <a16:creationId xmlns:a16="http://schemas.microsoft.com/office/drawing/2014/main" id="{06567E0B-7637-F6FE-3F65-85684BA59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100" y="1306513"/>
              <a:ext cx="1076325" cy="1076325"/>
            </a:xfrm>
            <a:prstGeom prst="ellipse">
              <a:avLst/>
            </a:prstGeom>
            <a:solidFill>
              <a:srgbClr val="DFDF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>
                <a:solidFill>
                  <a:srgbClr val="004C5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4" name="Oval 7">
              <a:extLst>
                <a:ext uri="{FF2B5EF4-FFF2-40B4-BE49-F238E27FC236}">
                  <a16:creationId xmlns:a16="http://schemas.microsoft.com/office/drawing/2014/main" id="{030A268B-1C7F-E7C2-2620-ED081F871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1588" y="1397000"/>
              <a:ext cx="896937" cy="895350"/>
            </a:xfrm>
            <a:prstGeom prst="ellipse">
              <a:avLst/>
            </a:prstGeom>
            <a:solidFill>
              <a:srgbClr val="0F6A7B"/>
            </a:solidFill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4C5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TextBox 19">
              <a:extLst>
                <a:ext uri="{FF2B5EF4-FFF2-40B4-BE49-F238E27FC236}">
                  <a16:creationId xmlns:a16="http://schemas.microsoft.com/office/drawing/2014/main" id="{CAE8A7C4-B2DB-F1F2-4220-B7E55C6F77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588" y="1520825"/>
              <a:ext cx="901700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36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07F7A2E-CC12-EA81-A102-3CAB4D6D74B1}"/>
              </a:ext>
            </a:extLst>
          </p:cNvPr>
          <p:cNvGrpSpPr/>
          <p:nvPr/>
        </p:nvGrpSpPr>
        <p:grpSpPr>
          <a:xfrm>
            <a:off x="9948899" y="3038174"/>
            <a:ext cx="1486670" cy="1076325"/>
            <a:chOff x="9948899" y="3038174"/>
            <a:chExt cx="1486670" cy="1076325"/>
          </a:xfrm>
        </p:grpSpPr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7EE2C02D-DA90-99B6-0237-D8D2EED24C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948899" y="3419174"/>
              <a:ext cx="271462" cy="312738"/>
            </a:xfrm>
            <a:custGeom>
              <a:avLst/>
              <a:gdLst>
                <a:gd name="T0" fmla="*/ 2147483646 w 274"/>
                <a:gd name="T1" fmla="*/ 2147483646 h 317"/>
                <a:gd name="T2" fmla="*/ 2147483646 w 274"/>
                <a:gd name="T3" fmla="*/ 2147483646 h 317"/>
                <a:gd name="T4" fmla="*/ 0 w 274"/>
                <a:gd name="T5" fmla="*/ 2147483646 h 317"/>
                <a:gd name="T6" fmla="*/ 0 w 274"/>
                <a:gd name="T7" fmla="*/ 2147483646 h 317"/>
                <a:gd name="T8" fmla="*/ 0 w 274"/>
                <a:gd name="T9" fmla="*/ 0 h 317"/>
                <a:gd name="T10" fmla="*/ 2147483646 w 274"/>
                <a:gd name="T11" fmla="*/ 2147483646 h 317"/>
                <a:gd name="T12" fmla="*/ 2147483646 w 274"/>
                <a:gd name="T13" fmla="*/ 2147483646 h 3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4" h="317">
                  <a:moveTo>
                    <a:pt x="274" y="158"/>
                  </a:moveTo>
                  <a:lnTo>
                    <a:pt x="137" y="238"/>
                  </a:lnTo>
                  <a:lnTo>
                    <a:pt x="0" y="317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137" y="79"/>
                  </a:lnTo>
                  <a:lnTo>
                    <a:pt x="274" y="158"/>
                  </a:lnTo>
                  <a:close/>
                </a:path>
              </a:pathLst>
            </a:custGeom>
            <a:solidFill>
              <a:srgbClr val="004C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4C5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Oval 6">
              <a:extLst>
                <a:ext uri="{FF2B5EF4-FFF2-40B4-BE49-F238E27FC236}">
                  <a16:creationId xmlns:a16="http://schemas.microsoft.com/office/drawing/2014/main" id="{FAF10B8B-B22F-F0B4-A377-5D3A65692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9244" y="3038174"/>
              <a:ext cx="1076325" cy="1076325"/>
            </a:xfrm>
            <a:prstGeom prst="ellipse">
              <a:avLst/>
            </a:prstGeom>
            <a:solidFill>
              <a:srgbClr val="DFDF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>
                <a:solidFill>
                  <a:srgbClr val="004C5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Oval 7">
              <a:extLst>
                <a:ext uri="{FF2B5EF4-FFF2-40B4-BE49-F238E27FC236}">
                  <a16:creationId xmlns:a16="http://schemas.microsoft.com/office/drawing/2014/main" id="{101CC5AA-4109-0C9F-8F9F-B28123C70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9731" y="3128662"/>
              <a:ext cx="895350" cy="895350"/>
            </a:xfrm>
            <a:prstGeom prst="ellipse">
              <a:avLst/>
            </a:prstGeom>
            <a:solidFill>
              <a:srgbClr val="004C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4C5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DA38BD70-2370-165E-E59D-8DC225290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1794" y="3285824"/>
              <a:ext cx="901700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3600" b="1">
                  <a:solidFill>
                    <a:srgbClr val="FFFFFF"/>
                  </a:solidFill>
                  <a:latin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8B6004CF-63A8-AA1D-C02C-A25E6653AD4A}"/>
              </a:ext>
            </a:extLst>
          </p:cNvPr>
          <p:cNvGrpSpPr/>
          <p:nvPr/>
        </p:nvGrpSpPr>
        <p:grpSpPr>
          <a:xfrm>
            <a:off x="930848" y="4908550"/>
            <a:ext cx="1493838" cy="1076325"/>
            <a:chOff x="1190722" y="4908550"/>
            <a:chExt cx="1493838" cy="1076325"/>
          </a:xfrm>
        </p:grpSpPr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D2D5C67-12C5-F3AE-0694-BDCCA8DCA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685" y="5291138"/>
              <a:ext cx="269875" cy="312737"/>
            </a:xfrm>
            <a:custGeom>
              <a:avLst/>
              <a:gdLst>
                <a:gd name="T0" fmla="*/ 2147483646 w 274"/>
                <a:gd name="T1" fmla="*/ 2147483646 h 317"/>
                <a:gd name="T2" fmla="*/ 2147483646 w 274"/>
                <a:gd name="T3" fmla="*/ 2147483646 h 317"/>
                <a:gd name="T4" fmla="*/ 0 w 274"/>
                <a:gd name="T5" fmla="*/ 2147483646 h 317"/>
                <a:gd name="T6" fmla="*/ 0 w 274"/>
                <a:gd name="T7" fmla="*/ 2147483646 h 317"/>
                <a:gd name="T8" fmla="*/ 0 w 274"/>
                <a:gd name="T9" fmla="*/ 0 h 317"/>
                <a:gd name="T10" fmla="*/ 2147483646 w 274"/>
                <a:gd name="T11" fmla="*/ 2147483646 h 317"/>
                <a:gd name="T12" fmla="*/ 2147483646 w 274"/>
                <a:gd name="T13" fmla="*/ 2147483646 h 3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4" h="317">
                  <a:moveTo>
                    <a:pt x="274" y="158"/>
                  </a:moveTo>
                  <a:lnTo>
                    <a:pt x="137" y="238"/>
                  </a:lnTo>
                  <a:lnTo>
                    <a:pt x="0" y="317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137" y="79"/>
                  </a:lnTo>
                  <a:lnTo>
                    <a:pt x="274" y="158"/>
                  </a:lnTo>
                  <a:close/>
                </a:path>
              </a:pathLst>
            </a:custGeom>
            <a:solidFill>
              <a:srgbClr val="004C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4C5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Oval 6">
              <a:extLst>
                <a:ext uri="{FF2B5EF4-FFF2-40B4-BE49-F238E27FC236}">
                  <a16:creationId xmlns:a16="http://schemas.microsoft.com/office/drawing/2014/main" id="{B993784E-AEC9-06FD-9FE4-25728958A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722" y="4908550"/>
              <a:ext cx="1076325" cy="1076325"/>
            </a:xfrm>
            <a:prstGeom prst="ellipse">
              <a:avLst/>
            </a:prstGeom>
            <a:solidFill>
              <a:srgbClr val="DFDF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>
                <a:solidFill>
                  <a:srgbClr val="004C54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Oval 7">
              <a:extLst>
                <a:ext uri="{FF2B5EF4-FFF2-40B4-BE49-F238E27FC236}">
                  <a16:creationId xmlns:a16="http://schemas.microsoft.com/office/drawing/2014/main" id="{33D6EC47-F32B-1907-2541-44FD1A61C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1210" y="4999038"/>
              <a:ext cx="896937" cy="895350"/>
            </a:xfrm>
            <a:prstGeom prst="ellipse">
              <a:avLst/>
            </a:prstGeom>
            <a:solidFill>
              <a:srgbClr val="0F6A7B"/>
            </a:solidFill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4C5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TextBox 25">
              <a:extLst>
                <a:ext uri="{FF2B5EF4-FFF2-40B4-BE49-F238E27FC236}">
                  <a16:creationId xmlns:a16="http://schemas.microsoft.com/office/drawing/2014/main" id="{B2E2C0C1-C009-93BB-F360-BEF57A2F6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510" y="5130800"/>
              <a:ext cx="901700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3600" b="1">
                  <a:solidFill>
                    <a:srgbClr val="FFFFFF"/>
                  </a:solidFill>
                  <a:latin typeface="微软雅黑" panose="020B0503020204020204" pitchFamily="34" charset="-122"/>
                </a:rPr>
                <a:t>03</a:t>
              </a:r>
            </a:p>
          </p:txBody>
        </p:sp>
      </p:grp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71501B66-AFCA-7441-2BF3-12F15B732636}"/>
              </a:ext>
            </a:extLst>
          </p:cNvPr>
          <p:cNvSpPr/>
          <p:nvPr/>
        </p:nvSpPr>
        <p:spPr>
          <a:xfrm>
            <a:off x="2572324" y="1158147"/>
            <a:ext cx="8208728" cy="1343226"/>
          </a:xfrm>
          <a:prstGeom prst="roundRect">
            <a:avLst>
              <a:gd name="adj" fmla="val 10437"/>
            </a:avLst>
          </a:prstGeom>
          <a:solidFill>
            <a:schemeClr val="bg1"/>
          </a:solidFill>
          <a:ln w="28575">
            <a:solidFill>
              <a:srgbClr val="0F6A7B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FC044D6A-761F-5CEF-268F-35CDCCA7BF64}"/>
              </a:ext>
            </a:extLst>
          </p:cNvPr>
          <p:cNvSpPr/>
          <p:nvPr/>
        </p:nvSpPr>
        <p:spPr>
          <a:xfrm flipH="1">
            <a:off x="1469010" y="2974081"/>
            <a:ext cx="8208000" cy="1343226"/>
          </a:xfrm>
          <a:prstGeom prst="roundRect">
            <a:avLst>
              <a:gd name="adj" fmla="val 10437"/>
            </a:avLst>
          </a:prstGeom>
          <a:solidFill>
            <a:srgbClr val="0F6A7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41B0A616-CD45-D77B-CB99-41F50D025901}"/>
              </a:ext>
            </a:extLst>
          </p:cNvPr>
          <p:cNvSpPr/>
          <p:nvPr/>
        </p:nvSpPr>
        <p:spPr>
          <a:xfrm>
            <a:off x="2581946" y="4849738"/>
            <a:ext cx="8208728" cy="1343226"/>
          </a:xfrm>
          <a:prstGeom prst="roundRect">
            <a:avLst>
              <a:gd name="adj" fmla="val 10437"/>
            </a:avLst>
          </a:prstGeom>
          <a:solidFill>
            <a:schemeClr val="bg1"/>
          </a:solidFill>
          <a:ln w="28575">
            <a:solidFill>
              <a:srgbClr val="0F6A7B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65882A2-6552-5214-5286-9AF5836397ED}"/>
              </a:ext>
            </a:extLst>
          </p:cNvPr>
          <p:cNvSpPr txBox="1"/>
          <p:nvPr/>
        </p:nvSpPr>
        <p:spPr>
          <a:xfrm>
            <a:off x="2572324" y="3281203"/>
            <a:ext cx="5728012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请输入文本请输入文本输入文本请输入文本请输入文本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文本请输入文文本请输入文文本请输入文文本请输入文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0ED5CAD-7D22-A6D5-9D21-E2D387276999}"/>
              </a:ext>
            </a:extLst>
          </p:cNvPr>
          <p:cNvSpPr txBox="1"/>
          <p:nvPr/>
        </p:nvSpPr>
        <p:spPr>
          <a:xfrm>
            <a:off x="3832660" y="1449546"/>
            <a:ext cx="5728012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请输入文本请输入文本输入文本请输入文本请输入文本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文本请输入文文本请输入文文本请输入文文本请输入文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2BEAF66-E1D0-8215-C97D-4593194F6591}"/>
              </a:ext>
            </a:extLst>
          </p:cNvPr>
          <p:cNvSpPr txBox="1"/>
          <p:nvPr/>
        </p:nvSpPr>
        <p:spPr>
          <a:xfrm>
            <a:off x="3832660" y="5165406"/>
            <a:ext cx="5728012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请输入文本请输入文本输入文本请输入文本请输入文本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文本请输入文文本请输入文文本请输入文文本请输入文</a:t>
            </a: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2668B3D-F935-4D8B-5FA8-00E71707F677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9743775-30D9-B647-ED6D-D2C41CEA3E88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901620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个人简介</a:t>
              </a: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04BCEC0B-58F0-D06A-04D5-C8BED7861DC0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6701392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综合发展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4D615A9F-5B2A-1365-AA59-6B91A678B09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601278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未来规划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3836C7AF-D630-C674-0234-82678796AAD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801506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rgbClr val="323232">
                      <a:lumMod val="50000"/>
                      <a:lumOff val="50000"/>
                    </a:srgb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项目经历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F095607B-FD0F-EF33-E1DF-8F4E7FFB514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0D0588B-0B7A-1382-2421-50117C0A8254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274DFF4-9ED9-50F8-580C-09F3EBFB39E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6670802" y="16220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综合发展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93BB5748-223D-6043-3EFC-D5B91FFE4A62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796780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研究方法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C9F85ADA-9F7E-7E25-1179-EF5FE3C0261D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896894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科研竞赛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2D499074-FFF4-7A6B-A800-CE2CD6F9FC4E}"/>
                </a:ext>
              </a:extLst>
            </p:cNvPr>
            <p:cNvGrpSpPr/>
            <p:nvPr/>
          </p:nvGrpSpPr>
          <p:grpSpPr>
            <a:xfrm>
              <a:off x="592455" y="52720"/>
              <a:ext cx="2307431" cy="587135"/>
              <a:chOff x="592455" y="71967"/>
              <a:chExt cx="2307431" cy="587135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1288C97B-0D34-0B05-525C-7F715A922800}"/>
                  </a:ext>
                </a:extLst>
              </p:cNvPr>
              <p:cNvSpPr/>
              <p:nvPr/>
            </p:nvSpPr>
            <p:spPr>
              <a:xfrm>
                <a:off x="592455" y="71967"/>
                <a:ext cx="2307431" cy="587135"/>
              </a:xfrm>
              <a:prstGeom prst="roundRect">
                <a:avLst/>
              </a:prstGeom>
              <a:gradFill>
                <a:gsLst>
                  <a:gs pos="0">
                    <a:srgbClr val="0F6A7B"/>
                  </a:gs>
                  <a:gs pos="100000">
                    <a:srgbClr val="0F6A7B"/>
                  </a:gs>
                </a:gsLst>
                <a:lin ang="16200000" scaled="1"/>
              </a:gradFill>
              <a:ln>
                <a:noFill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120B5E14-88B1-8087-371B-8BCAEDA420CE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01620" y="188342"/>
                <a:ext cx="16891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项目背景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BA43733B-DB9A-75C4-15D8-D230C8C39403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696666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核心技术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FB6E21CE-6A25-03AF-2097-D256BECFE09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9596552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未来规划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400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29C2E-71FC-CEF4-735C-EE227CAB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259A5191-18DC-1E81-DF24-5F97D2A0E487}"/>
              </a:ext>
            </a:extLst>
          </p:cNvPr>
          <p:cNvSpPr/>
          <p:nvPr/>
        </p:nvSpPr>
        <p:spPr>
          <a:xfrm flipH="1">
            <a:off x="-811345" y="3833596"/>
            <a:ext cx="13596978" cy="3181359"/>
          </a:xfrm>
          <a:prstGeom prst="roundRect">
            <a:avLst>
              <a:gd name="adj" fmla="val 10437"/>
            </a:avLst>
          </a:prstGeom>
          <a:solidFill>
            <a:srgbClr val="0F6A7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7D260E4B-D8C5-7158-3B31-1FFFBD1E6A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2" b="10749"/>
          <a:stretch>
            <a:fillRect/>
          </a:stretch>
        </p:blipFill>
        <p:spPr>
          <a:xfrm>
            <a:off x="375989" y="4191679"/>
            <a:ext cx="3316915" cy="2128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2DD0F7D2-0987-3BAA-FB97-29500A37BE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2" b="10749"/>
          <a:stretch>
            <a:fillRect/>
          </a:stretch>
        </p:blipFill>
        <p:spPr>
          <a:xfrm>
            <a:off x="4424190" y="4191679"/>
            <a:ext cx="3316915" cy="2128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E39B5AF1-4386-A4EE-3CC8-8B221B6CBE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2" b="10749"/>
          <a:stretch>
            <a:fillRect/>
          </a:stretch>
        </p:blipFill>
        <p:spPr>
          <a:xfrm>
            <a:off x="8472391" y="4191679"/>
            <a:ext cx="3316915" cy="2128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7" name="组合 66">
            <a:extLst>
              <a:ext uri="{FF2B5EF4-FFF2-40B4-BE49-F238E27FC236}">
                <a16:creationId xmlns:a16="http://schemas.microsoft.com/office/drawing/2014/main" id="{FAA69758-4967-14DB-A83E-791187235C76}"/>
              </a:ext>
            </a:extLst>
          </p:cNvPr>
          <p:cNvGrpSpPr/>
          <p:nvPr/>
        </p:nvGrpSpPr>
        <p:grpSpPr>
          <a:xfrm>
            <a:off x="2354237" y="1191765"/>
            <a:ext cx="3238673" cy="119986"/>
            <a:chOff x="1507396" y="1628800"/>
            <a:chExt cx="4320480" cy="144016"/>
          </a:xfrm>
        </p:grpSpPr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DE885E4-0A0A-9CF5-0BD3-CF34B8634ACB}"/>
                </a:ext>
              </a:extLst>
            </p:cNvPr>
            <p:cNvCxnSpPr/>
            <p:nvPr/>
          </p:nvCxnSpPr>
          <p:spPr>
            <a:xfrm>
              <a:off x="1507396" y="1700808"/>
              <a:ext cx="4320480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D4129177-B330-48F6-A98C-5D53114F79FE}"/>
                </a:ext>
              </a:extLst>
            </p:cNvPr>
            <p:cNvCxnSpPr/>
            <p:nvPr/>
          </p:nvCxnSpPr>
          <p:spPr>
            <a:xfrm flipV="1">
              <a:off x="1507396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6499637-F594-B9BB-E61E-E3E993DB8866}"/>
                </a:ext>
              </a:extLst>
            </p:cNvPr>
            <p:cNvCxnSpPr/>
            <p:nvPr/>
          </p:nvCxnSpPr>
          <p:spPr>
            <a:xfrm flipV="1">
              <a:off x="1987449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0A85B948-CC1A-6648-A69A-1FF060F2C18E}"/>
                </a:ext>
              </a:extLst>
            </p:cNvPr>
            <p:cNvCxnSpPr/>
            <p:nvPr/>
          </p:nvCxnSpPr>
          <p:spPr>
            <a:xfrm flipV="1">
              <a:off x="2467502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B8B44597-A96D-0A23-8396-D8DAAC203AAF}"/>
                </a:ext>
              </a:extLst>
            </p:cNvPr>
            <p:cNvCxnSpPr/>
            <p:nvPr/>
          </p:nvCxnSpPr>
          <p:spPr>
            <a:xfrm flipV="1">
              <a:off x="2947555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4287B4E0-0453-F9FF-B1ED-3CBB25890C1B}"/>
                </a:ext>
              </a:extLst>
            </p:cNvPr>
            <p:cNvCxnSpPr/>
            <p:nvPr/>
          </p:nvCxnSpPr>
          <p:spPr>
            <a:xfrm flipV="1">
              <a:off x="3427608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FABC49E7-59FD-903F-03EE-EC7F4C76289A}"/>
                </a:ext>
              </a:extLst>
            </p:cNvPr>
            <p:cNvCxnSpPr/>
            <p:nvPr/>
          </p:nvCxnSpPr>
          <p:spPr>
            <a:xfrm flipV="1">
              <a:off x="3907661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E98A8F84-F1D1-0480-DC7B-BF7B0021C8C8}"/>
                </a:ext>
              </a:extLst>
            </p:cNvPr>
            <p:cNvCxnSpPr/>
            <p:nvPr/>
          </p:nvCxnSpPr>
          <p:spPr>
            <a:xfrm flipV="1">
              <a:off x="4387714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011F562-C7A3-28D3-349B-24F2ED2D6E92}"/>
                </a:ext>
              </a:extLst>
            </p:cNvPr>
            <p:cNvCxnSpPr/>
            <p:nvPr/>
          </p:nvCxnSpPr>
          <p:spPr>
            <a:xfrm flipV="1">
              <a:off x="4867767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538FFB5-AFB6-BFBC-6F0E-E8ADAEA8B431}"/>
                </a:ext>
              </a:extLst>
            </p:cNvPr>
            <p:cNvCxnSpPr/>
            <p:nvPr/>
          </p:nvCxnSpPr>
          <p:spPr>
            <a:xfrm flipV="1">
              <a:off x="5347820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B6E7C512-C3EE-F5FB-A9E2-EC2D8DBBA309}"/>
                </a:ext>
              </a:extLst>
            </p:cNvPr>
            <p:cNvCxnSpPr/>
            <p:nvPr/>
          </p:nvCxnSpPr>
          <p:spPr>
            <a:xfrm flipV="1">
              <a:off x="5827876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43A38842-B8FC-B976-AA91-4E1AD3D6D0DA}"/>
              </a:ext>
            </a:extLst>
          </p:cNvPr>
          <p:cNvGrpSpPr/>
          <p:nvPr/>
        </p:nvGrpSpPr>
        <p:grpSpPr>
          <a:xfrm>
            <a:off x="6500280" y="1191765"/>
            <a:ext cx="3238673" cy="119986"/>
            <a:chOff x="1507396" y="1628800"/>
            <a:chExt cx="4320480" cy="144016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42C29A8-4EB4-5E01-C5DA-0E8967465BCA}"/>
                </a:ext>
              </a:extLst>
            </p:cNvPr>
            <p:cNvCxnSpPr/>
            <p:nvPr/>
          </p:nvCxnSpPr>
          <p:spPr>
            <a:xfrm>
              <a:off x="1507396" y="1700808"/>
              <a:ext cx="4320480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B9A70985-B196-A51A-3D46-C5F2E9CBF44B}"/>
                </a:ext>
              </a:extLst>
            </p:cNvPr>
            <p:cNvCxnSpPr/>
            <p:nvPr/>
          </p:nvCxnSpPr>
          <p:spPr>
            <a:xfrm flipV="1">
              <a:off x="1507396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5DE38486-DEDB-E353-B0A8-CD9547C7DEE5}"/>
                </a:ext>
              </a:extLst>
            </p:cNvPr>
            <p:cNvCxnSpPr/>
            <p:nvPr/>
          </p:nvCxnSpPr>
          <p:spPr>
            <a:xfrm flipV="1">
              <a:off x="1987449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84A2B387-92C0-68F3-1429-3B8360825EFC}"/>
                </a:ext>
              </a:extLst>
            </p:cNvPr>
            <p:cNvCxnSpPr/>
            <p:nvPr/>
          </p:nvCxnSpPr>
          <p:spPr>
            <a:xfrm flipV="1">
              <a:off x="2467502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B9D53F95-1509-4D26-C988-972D4108CB54}"/>
                </a:ext>
              </a:extLst>
            </p:cNvPr>
            <p:cNvCxnSpPr/>
            <p:nvPr/>
          </p:nvCxnSpPr>
          <p:spPr>
            <a:xfrm flipV="1">
              <a:off x="2947555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8FEC7751-C94E-9274-C91E-5B30A5509565}"/>
                </a:ext>
              </a:extLst>
            </p:cNvPr>
            <p:cNvCxnSpPr/>
            <p:nvPr/>
          </p:nvCxnSpPr>
          <p:spPr>
            <a:xfrm flipV="1">
              <a:off x="3427608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DFCA7274-BF7E-ECF2-D2FC-0366341DEC11}"/>
                </a:ext>
              </a:extLst>
            </p:cNvPr>
            <p:cNvCxnSpPr/>
            <p:nvPr/>
          </p:nvCxnSpPr>
          <p:spPr>
            <a:xfrm flipV="1">
              <a:off x="3907661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E14D88BE-0565-6320-FCBD-C099456F0345}"/>
                </a:ext>
              </a:extLst>
            </p:cNvPr>
            <p:cNvCxnSpPr/>
            <p:nvPr/>
          </p:nvCxnSpPr>
          <p:spPr>
            <a:xfrm flipV="1">
              <a:off x="4387714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A509FA92-4E0F-59DC-A7F3-B4E1388DB97D}"/>
                </a:ext>
              </a:extLst>
            </p:cNvPr>
            <p:cNvCxnSpPr/>
            <p:nvPr/>
          </p:nvCxnSpPr>
          <p:spPr>
            <a:xfrm flipV="1">
              <a:off x="4867767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727BEE1D-DE0B-2701-DB4B-5C8A6DB6C59A}"/>
                </a:ext>
              </a:extLst>
            </p:cNvPr>
            <p:cNvCxnSpPr/>
            <p:nvPr/>
          </p:nvCxnSpPr>
          <p:spPr>
            <a:xfrm flipV="1">
              <a:off x="5347820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3251440B-4D84-72E0-4C1E-E0E1C3875CD1}"/>
                </a:ext>
              </a:extLst>
            </p:cNvPr>
            <p:cNvCxnSpPr/>
            <p:nvPr/>
          </p:nvCxnSpPr>
          <p:spPr>
            <a:xfrm flipV="1">
              <a:off x="5827876" y="1628800"/>
              <a:ext cx="0" cy="14401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32">
            <a:extLst>
              <a:ext uri="{FF2B5EF4-FFF2-40B4-BE49-F238E27FC236}">
                <a16:creationId xmlns:a16="http://schemas.microsoft.com/office/drawing/2014/main" id="{CF7A09D2-32F9-1B38-0C4D-583259953C56}"/>
              </a:ext>
            </a:extLst>
          </p:cNvPr>
          <p:cNvSpPr txBox="1"/>
          <p:nvPr/>
        </p:nvSpPr>
        <p:spPr>
          <a:xfrm>
            <a:off x="5450693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TextBox 33">
            <a:extLst>
              <a:ext uri="{FF2B5EF4-FFF2-40B4-BE49-F238E27FC236}">
                <a16:creationId xmlns:a16="http://schemas.microsoft.com/office/drawing/2014/main" id="{543A7263-7E7E-91B8-189D-C364017ED189}"/>
              </a:ext>
            </a:extLst>
          </p:cNvPr>
          <p:cNvSpPr txBox="1"/>
          <p:nvPr/>
        </p:nvSpPr>
        <p:spPr>
          <a:xfrm>
            <a:off x="5096550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TextBox 34">
            <a:extLst>
              <a:ext uri="{FF2B5EF4-FFF2-40B4-BE49-F238E27FC236}">
                <a16:creationId xmlns:a16="http://schemas.microsoft.com/office/drawing/2014/main" id="{3F5D7457-6686-D686-3658-8DA927C01100}"/>
              </a:ext>
            </a:extLst>
          </p:cNvPr>
          <p:cNvSpPr txBox="1"/>
          <p:nvPr/>
        </p:nvSpPr>
        <p:spPr>
          <a:xfrm>
            <a:off x="4736699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30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TextBox 35">
            <a:extLst>
              <a:ext uri="{FF2B5EF4-FFF2-40B4-BE49-F238E27FC236}">
                <a16:creationId xmlns:a16="http://schemas.microsoft.com/office/drawing/2014/main" id="{8881EE70-1B19-E620-752F-8807F58568A4}"/>
              </a:ext>
            </a:extLst>
          </p:cNvPr>
          <p:cNvSpPr txBox="1"/>
          <p:nvPr/>
        </p:nvSpPr>
        <p:spPr>
          <a:xfrm>
            <a:off x="4376846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40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TextBox 36">
            <a:extLst>
              <a:ext uri="{FF2B5EF4-FFF2-40B4-BE49-F238E27FC236}">
                <a16:creationId xmlns:a16="http://schemas.microsoft.com/office/drawing/2014/main" id="{4CEFFBDC-DBE8-F4C2-A8D7-CF7200F398BC}"/>
              </a:ext>
            </a:extLst>
          </p:cNvPr>
          <p:cNvSpPr txBox="1"/>
          <p:nvPr/>
        </p:nvSpPr>
        <p:spPr>
          <a:xfrm>
            <a:off x="4016993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50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TextBox 37">
            <a:extLst>
              <a:ext uri="{FF2B5EF4-FFF2-40B4-BE49-F238E27FC236}">
                <a16:creationId xmlns:a16="http://schemas.microsoft.com/office/drawing/2014/main" id="{CC2188B2-F34C-20A3-C7CA-DBA01BBC0FB1}"/>
              </a:ext>
            </a:extLst>
          </p:cNvPr>
          <p:cNvSpPr txBox="1"/>
          <p:nvPr/>
        </p:nvSpPr>
        <p:spPr>
          <a:xfrm>
            <a:off x="3657142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60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TextBox 38">
            <a:extLst>
              <a:ext uri="{FF2B5EF4-FFF2-40B4-BE49-F238E27FC236}">
                <a16:creationId xmlns:a16="http://schemas.microsoft.com/office/drawing/2014/main" id="{961DDE95-6191-BA66-252C-E96614AC05F8}"/>
              </a:ext>
            </a:extLst>
          </p:cNvPr>
          <p:cNvSpPr txBox="1"/>
          <p:nvPr/>
        </p:nvSpPr>
        <p:spPr>
          <a:xfrm>
            <a:off x="3297289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70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Box 39">
            <a:extLst>
              <a:ext uri="{FF2B5EF4-FFF2-40B4-BE49-F238E27FC236}">
                <a16:creationId xmlns:a16="http://schemas.microsoft.com/office/drawing/2014/main" id="{E5468643-7D4C-FA31-2051-EDBF1926AF09}"/>
              </a:ext>
            </a:extLst>
          </p:cNvPr>
          <p:cNvSpPr txBox="1"/>
          <p:nvPr/>
        </p:nvSpPr>
        <p:spPr>
          <a:xfrm>
            <a:off x="2937437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80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TextBox 40">
            <a:extLst>
              <a:ext uri="{FF2B5EF4-FFF2-40B4-BE49-F238E27FC236}">
                <a16:creationId xmlns:a16="http://schemas.microsoft.com/office/drawing/2014/main" id="{2E8F8885-044A-A9E4-AF06-3FA098B88A68}"/>
              </a:ext>
            </a:extLst>
          </p:cNvPr>
          <p:cNvSpPr txBox="1"/>
          <p:nvPr/>
        </p:nvSpPr>
        <p:spPr>
          <a:xfrm>
            <a:off x="2577585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90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TextBox 41">
            <a:extLst>
              <a:ext uri="{FF2B5EF4-FFF2-40B4-BE49-F238E27FC236}">
                <a16:creationId xmlns:a16="http://schemas.microsoft.com/office/drawing/2014/main" id="{966DCDE3-4375-D5E1-C469-64DB7F32F719}"/>
              </a:ext>
            </a:extLst>
          </p:cNvPr>
          <p:cNvSpPr txBox="1"/>
          <p:nvPr/>
        </p:nvSpPr>
        <p:spPr>
          <a:xfrm>
            <a:off x="2184087" y="943087"/>
            <a:ext cx="407786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TextBox 42">
            <a:extLst>
              <a:ext uri="{FF2B5EF4-FFF2-40B4-BE49-F238E27FC236}">
                <a16:creationId xmlns:a16="http://schemas.microsoft.com/office/drawing/2014/main" id="{8FD814D9-B9E2-7A94-6706-9A1AE7E24948}"/>
              </a:ext>
            </a:extLst>
          </p:cNvPr>
          <p:cNvSpPr txBox="1"/>
          <p:nvPr/>
        </p:nvSpPr>
        <p:spPr>
          <a:xfrm>
            <a:off x="6365370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TextBox 43">
            <a:extLst>
              <a:ext uri="{FF2B5EF4-FFF2-40B4-BE49-F238E27FC236}">
                <a16:creationId xmlns:a16="http://schemas.microsoft.com/office/drawing/2014/main" id="{089AE1F6-7FF4-589E-96F1-720D62E39694}"/>
              </a:ext>
            </a:extLst>
          </p:cNvPr>
          <p:cNvSpPr txBox="1"/>
          <p:nvPr/>
        </p:nvSpPr>
        <p:spPr>
          <a:xfrm>
            <a:off x="6723627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TextBox 44">
            <a:extLst>
              <a:ext uri="{FF2B5EF4-FFF2-40B4-BE49-F238E27FC236}">
                <a16:creationId xmlns:a16="http://schemas.microsoft.com/office/drawing/2014/main" id="{BB985695-F178-06D4-C302-F325847198FE}"/>
              </a:ext>
            </a:extLst>
          </p:cNvPr>
          <p:cNvSpPr txBox="1"/>
          <p:nvPr/>
        </p:nvSpPr>
        <p:spPr>
          <a:xfrm>
            <a:off x="7083480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30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" name="TextBox 45">
            <a:extLst>
              <a:ext uri="{FF2B5EF4-FFF2-40B4-BE49-F238E27FC236}">
                <a16:creationId xmlns:a16="http://schemas.microsoft.com/office/drawing/2014/main" id="{EC123310-EDAA-20BA-F42D-97DBF246DBE3}"/>
              </a:ext>
            </a:extLst>
          </p:cNvPr>
          <p:cNvSpPr txBox="1"/>
          <p:nvPr/>
        </p:nvSpPr>
        <p:spPr>
          <a:xfrm>
            <a:off x="7443332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40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TextBox 46">
            <a:extLst>
              <a:ext uri="{FF2B5EF4-FFF2-40B4-BE49-F238E27FC236}">
                <a16:creationId xmlns:a16="http://schemas.microsoft.com/office/drawing/2014/main" id="{7BFE8396-9120-831B-3BE0-5BB98D71D98B}"/>
              </a:ext>
            </a:extLst>
          </p:cNvPr>
          <p:cNvSpPr txBox="1"/>
          <p:nvPr/>
        </p:nvSpPr>
        <p:spPr>
          <a:xfrm>
            <a:off x="7803184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50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6" name="TextBox 47">
            <a:extLst>
              <a:ext uri="{FF2B5EF4-FFF2-40B4-BE49-F238E27FC236}">
                <a16:creationId xmlns:a16="http://schemas.microsoft.com/office/drawing/2014/main" id="{F8A43029-17E6-D9B2-59CE-1552AA5F52AA}"/>
              </a:ext>
            </a:extLst>
          </p:cNvPr>
          <p:cNvSpPr txBox="1"/>
          <p:nvPr/>
        </p:nvSpPr>
        <p:spPr>
          <a:xfrm>
            <a:off x="8163037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60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7" name="TextBox 48">
            <a:extLst>
              <a:ext uri="{FF2B5EF4-FFF2-40B4-BE49-F238E27FC236}">
                <a16:creationId xmlns:a16="http://schemas.microsoft.com/office/drawing/2014/main" id="{3346A9E7-26F5-119F-D75C-5F72E96A8AE5}"/>
              </a:ext>
            </a:extLst>
          </p:cNvPr>
          <p:cNvSpPr txBox="1"/>
          <p:nvPr/>
        </p:nvSpPr>
        <p:spPr>
          <a:xfrm>
            <a:off x="8522889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70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TextBox 49">
            <a:extLst>
              <a:ext uri="{FF2B5EF4-FFF2-40B4-BE49-F238E27FC236}">
                <a16:creationId xmlns:a16="http://schemas.microsoft.com/office/drawing/2014/main" id="{33387BBB-B3D2-3358-B811-A10C901BEB11}"/>
              </a:ext>
            </a:extLst>
          </p:cNvPr>
          <p:cNvSpPr txBox="1"/>
          <p:nvPr/>
        </p:nvSpPr>
        <p:spPr>
          <a:xfrm>
            <a:off x="8882741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80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TextBox 50">
            <a:extLst>
              <a:ext uri="{FF2B5EF4-FFF2-40B4-BE49-F238E27FC236}">
                <a16:creationId xmlns:a16="http://schemas.microsoft.com/office/drawing/2014/main" id="{F9CB062F-B8FE-C89C-4EAB-7FD7812786D3}"/>
              </a:ext>
            </a:extLst>
          </p:cNvPr>
          <p:cNvSpPr txBox="1"/>
          <p:nvPr/>
        </p:nvSpPr>
        <p:spPr>
          <a:xfrm>
            <a:off x="9242594" y="943087"/>
            <a:ext cx="318018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90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0" name="TextBox 51">
            <a:extLst>
              <a:ext uri="{FF2B5EF4-FFF2-40B4-BE49-F238E27FC236}">
                <a16:creationId xmlns:a16="http://schemas.microsoft.com/office/drawing/2014/main" id="{249392F6-7B76-2F9F-735E-FF83DF210276}"/>
              </a:ext>
            </a:extLst>
          </p:cNvPr>
          <p:cNvSpPr txBox="1"/>
          <p:nvPr/>
        </p:nvSpPr>
        <p:spPr>
          <a:xfrm>
            <a:off x="9568803" y="943087"/>
            <a:ext cx="407786" cy="253906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五边形 52">
            <a:extLst>
              <a:ext uri="{FF2B5EF4-FFF2-40B4-BE49-F238E27FC236}">
                <a16:creationId xmlns:a16="http://schemas.microsoft.com/office/drawing/2014/main" id="{1A5C7AAC-ED94-9D34-0F31-DE5A9844E0D8}"/>
              </a:ext>
            </a:extLst>
          </p:cNvPr>
          <p:cNvSpPr/>
          <p:nvPr/>
        </p:nvSpPr>
        <p:spPr>
          <a:xfrm flipH="1">
            <a:off x="3218908" y="1643419"/>
            <a:ext cx="2382464" cy="269938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" name="五边形 53">
            <a:extLst>
              <a:ext uri="{FF2B5EF4-FFF2-40B4-BE49-F238E27FC236}">
                <a16:creationId xmlns:a16="http://schemas.microsoft.com/office/drawing/2014/main" id="{DF2874CF-E7CC-E44D-D0C5-63786AADBEF0}"/>
              </a:ext>
            </a:extLst>
          </p:cNvPr>
          <p:cNvSpPr/>
          <p:nvPr/>
        </p:nvSpPr>
        <p:spPr>
          <a:xfrm flipH="1">
            <a:off x="4136161" y="2103364"/>
            <a:ext cx="1465211" cy="269938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" name="五边形 54">
            <a:extLst>
              <a:ext uri="{FF2B5EF4-FFF2-40B4-BE49-F238E27FC236}">
                <a16:creationId xmlns:a16="http://schemas.microsoft.com/office/drawing/2014/main" id="{7957BD37-6223-33CB-EF25-5AA323EA8800}"/>
              </a:ext>
            </a:extLst>
          </p:cNvPr>
          <p:cNvSpPr/>
          <p:nvPr/>
        </p:nvSpPr>
        <p:spPr>
          <a:xfrm flipH="1">
            <a:off x="3578761" y="2563308"/>
            <a:ext cx="2022611" cy="269938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4" name="五边形 55">
            <a:extLst>
              <a:ext uri="{FF2B5EF4-FFF2-40B4-BE49-F238E27FC236}">
                <a16:creationId xmlns:a16="http://schemas.microsoft.com/office/drawing/2014/main" id="{0F6D900D-1D87-C8B5-13FB-9F6656C87D1C}"/>
              </a:ext>
            </a:extLst>
          </p:cNvPr>
          <p:cNvSpPr/>
          <p:nvPr/>
        </p:nvSpPr>
        <p:spPr>
          <a:xfrm flipH="1">
            <a:off x="2385976" y="3023253"/>
            <a:ext cx="3215396" cy="269938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5" name="TextBox 59">
            <a:extLst>
              <a:ext uri="{FF2B5EF4-FFF2-40B4-BE49-F238E27FC236}">
                <a16:creationId xmlns:a16="http://schemas.microsoft.com/office/drawing/2014/main" id="{9A52440A-DC0B-362E-472C-9B7CE3B70AB3}"/>
              </a:ext>
            </a:extLst>
          </p:cNvPr>
          <p:cNvSpPr txBox="1"/>
          <p:nvPr/>
        </p:nvSpPr>
        <p:spPr>
          <a:xfrm>
            <a:off x="2258387" y="1640772"/>
            <a:ext cx="959219" cy="315461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116" name="TextBox 60">
            <a:extLst>
              <a:ext uri="{FF2B5EF4-FFF2-40B4-BE49-F238E27FC236}">
                <a16:creationId xmlns:a16="http://schemas.microsoft.com/office/drawing/2014/main" id="{616F0C84-7C4F-2BFA-C021-FBDAA62DF042}"/>
              </a:ext>
            </a:extLst>
          </p:cNvPr>
          <p:cNvSpPr txBox="1"/>
          <p:nvPr/>
        </p:nvSpPr>
        <p:spPr>
          <a:xfrm>
            <a:off x="3157725" y="2101238"/>
            <a:ext cx="959219" cy="315461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117" name="TextBox 61">
            <a:extLst>
              <a:ext uri="{FF2B5EF4-FFF2-40B4-BE49-F238E27FC236}">
                <a16:creationId xmlns:a16="http://schemas.microsoft.com/office/drawing/2014/main" id="{74F5AA54-F9D0-975C-BE2A-336E9996D32B}"/>
              </a:ext>
            </a:extLst>
          </p:cNvPr>
          <p:cNvSpPr txBox="1"/>
          <p:nvPr/>
        </p:nvSpPr>
        <p:spPr>
          <a:xfrm>
            <a:off x="2621265" y="2560858"/>
            <a:ext cx="959219" cy="315461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118" name="TextBox 62">
            <a:extLst>
              <a:ext uri="{FF2B5EF4-FFF2-40B4-BE49-F238E27FC236}">
                <a16:creationId xmlns:a16="http://schemas.microsoft.com/office/drawing/2014/main" id="{5B569ABF-0AA4-F08E-5570-EC6A50F9AE62}"/>
              </a:ext>
            </a:extLst>
          </p:cNvPr>
          <p:cNvSpPr txBox="1"/>
          <p:nvPr/>
        </p:nvSpPr>
        <p:spPr>
          <a:xfrm>
            <a:off x="1471391" y="3013848"/>
            <a:ext cx="959219" cy="315461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119" name="五边形 66">
            <a:extLst>
              <a:ext uri="{FF2B5EF4-FFF2-40B4-BE49-F238E27FC236}">
                <a16:creationId xmlns:a16="http://schemas.microsoft.com/office/drawing/2014/main" id="{8A7D01B0-E251-C3D4-58F0-DB6DC5C9ED4A}"/>
              </a:ext>
            </a:extLst>
          </p:cNvPr>
          <p:cNvSpPr/>
          <p:nvPr/>
        </p:nvSpPr>
        <p:spPr>
          <a:xfrm>
            <a:off x="6500279" y="1643419"/>
            <a:ext cx="1216061" cy="269938"/>
          </a:xfrm>
          <a:prstGeom prst="homePlate">
            <a:avLst/>
          </a:prstGeom>
          <a:solidFill>
            <a:srgbClr val="0F6A7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五边形 67">
            <a:extLst>
              <a:ext uri="{FF2B5EF4-FFF2-40B4-BE49-F238E27FC236}">
                <a16:creationId xmlns:a16="http://schemas.microsoft.com/office/drawing/2014/main" id="{AE8046FE-D24A-CC59-E3F0-C97C38D035EE}"/>
              </a:ext>
            </a:extLst>
          </p:cNvPr>
          <p:cNvSpPr/>
          <p:nvPr/>
        </p:nvSpPr>
        <p:spPr>
          <a:xfrm>
            <a:off x="6500279" y="2103364"/>
            <a:ext cx="2295618" cy="269938"/>
          </a:xfrm>
          <a:prstGeom prst="homePlate">
            <a:avLst/>
          </a:prstGeom>
          <a:solidFill>
            <a:srgbClr val="0F6A7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五边形 68">
            <a:extLst>
              <a:ext uri="{FF2B5EF4-FFF2-40B4-BE49-F238E27FC236}">
                <a16:creationId xmlns:a16="http://schemas.microsoft.com/office/drawing/2014/main" id="{325E5166-6BE6-CC86-6C22-AEAE1EBB11C3}"/>
              </a:ext>
            </a:extLst>
          </p:cNvPr>
          <p:cNvSpPr/>
          <p:nvPr/>
        </p:nvSpPr>
        <p:spPr>
          <a:xfrm>
            <a:off x="6500278" y="2563308"/>
            <a:ext cx="1439410" cy="269938"/>
          </a:xfrm>
          <a:prstGeom prst="homePlate">
            <a:avLst/>
          </a:prstGeom>
          <a:solidFill>
            <a:srgbClr val="0F6A7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五边形 69">
            <a:extLst>
              <a:ext uri="{FF2B5EF4-FFF2-40B4-BE49-F238E27FC236}">
                <a16:creationId xmlns:a16="http://schemas.microsoft.com/office/drawing/2014/main" id="{A5476E7D-77B2-2508-5550-66B46FBC200A}"/>
              </a:ext>
            </a:extLst>
          </p:cNvPr>
          <p:cNvSpPr/>
          <p:nvPr/>
        </p:nvSpPr>
        <p:spPr>
          <a:xfrm>
            <a:off x="6500279" y="3023253"/>
            <a:ext cx="3068523" cy="269938"/>
          </a:xfrm>
          <a:prstGeom prst="homePlate">
            <a:avLst/>
          </a:prstGeom>
          <a:solidFill>
            <a:srgbClr val="0F6A7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1" tIns="34285" rIns="68571" bIns="34285"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TextBox 73">
            <a:extLst>
              <a:ext uri="{FF2B5EF4-FFF2-40B4-BE49-F238E27FC236}">
                <a16:creationId xmlns:a16="http://schemas.microsoft.com/office/drawing/2014/main" id="{7EDA7898-6C61-522E-105A-C94E2E632709}"/>
              </a:ext>
            </a:extLst>
          </p:cNvPr>
          <p:cNvSpPr txBox="1"/>
          <p:nvPr/>
        </p:nvSpPr>
        <p:spPr>
          <a:xfrm>
            <a:off x="7762682" y="1640772"/>
            <a:ext cx="959219" cy="315461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124" name="TextBox 74">
            <a:extLst>
              <a:ext uri="{FF2B5EF4-FFF2-40B4-BE49-F238E27FC236}">
                <a16:creationId xmlns:a16="http://schemas.microsoft.com/office/drawing/2014/main" id="{5DBE5C2E-9212-AEA0-8C46-810614919A6F}"/>
              </a:ext>
            </a:extLst>
          </p:cNvPr>
          <p:cNvSpPr txBox="1"/>
          <p:nvPr/>
        </p:nvSpPr>
        <p:spPr>
          <a:xfrm>
            <a:off x="8853318" y="2110644"/>
            <a:ext cx="959219" cy="315461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125" name="TextBox 75">
            <a:extLst>
              <a:ext uri="{FF2B5EF4-FFF2-40B4-BE49-F238E27FC236}">
                <a16:creationId xmlns:a16="http://schemas.microsoft.com/office/drawing/2014/main" id="{AA5B1A3C-D353-B875-FDE0-B0C0C69194F9}"/>
              </a:ext>
            </a:extLst>
          </p:cNvPr>
          <p:cNvSpPr txBox="1"/>
          <p:nvPr/>
        </p:nvSpPr>
        <p:spPr>
          <a:xfrm>
            <a:off x="7972747" y="2560858"/>
            <a:ext cx="959219" cy="315461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126" name="TextBox 76">
            <a:extLst>
              <a:ext uri="{FF2B5EF4-FFF2-40B4-BE49-F238E27FC236}">
                <a16:creationId xmlns:a16="http://schemas.microsoft.com/office/drawing/2014/main" id="{4B7E9473-1924-1D73-AF5D-51FCC3C4454F}"/>
              </a:ext>
            </a:extLst>
          </p:cNvPr>
          <p:cNvSpPr txBox="1"/>
          <p:nvPr/>
        </p:nvSpPr>
        <p:spPr>
          <a:xfrm>
            <a:off x="9551878" y="3013848"/>
            <a:ext cx="959219" cy="315461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</a:t>
            </a:r>
          </a:p>
        </p:txBody>
      </p:sp>
      <p:sp>
        <p:nvSpPr>
          <p:cNvPr id="127" name="TextBox 80">
            <a:extLst>
              <a:ext uri="{FF2B5EF4-FFF2-40B4-BE49-F238E27FC236}">
                <a16:creationId xmlns:a16="http://schemas.microsoft.com/office/drawing/2014/main" id="{CD0CE1FA-7E32-0CE1-75C1-B2D54BE0ABF1}"/>
              </a:ext>
            </a:extLst>
          </p:cNvPr>
          <p:cNvSpPr txBox="1"/>
          <p:nvPr/>
        </p:nvSpPr>
        <p:spPr>
          <a:xfrm>
            <a:off x="5934886" y="1611714"/>
            <a:ext cx="273134" cy="300072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5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TextBox 81">
            <a:extLst>
              <a:ext uri="{FF2B5EF4-FFF2-40B4-BE49-F238E27FC236}">
                <a16:creationId xmlns:a16="http://schemas.microsoft.com/office/drawing/2014/main" id="{FDF3898F-8F8F-C145-FD8C-83E037AE77BB}"/>
              </a:ext>
            </a:extLst>
          </p:cNvPr>
          <p:cNvSpPr txBox="1"/>
          <p:nvPr/>
        </p:nvSpPr>
        <p:spPr>
          <a:xfrm>
            <a:off x="5934886" y="2071659"/>
            <a:ext cx="258707" cy="300072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5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TextBox 82">
            <a:extLst>
              <a:ext uri="{FF2B5EF4-FFF2-40B4-BE49-F238E27FC236}">
                <a16:creationId xmlns:a16="http://schemas.microsoft.com/office/drawing/2014/main" id="{EEE1C40D-CDCB-F530-0FAD-74DF1C266CDC}"/>
              </a:ext>
            </a:extLst>
          </p:cNvPr>
          <p:cNvSpPr txBox="1"/>
          <p:nvPr/>
        </p:nvSpPr>
        <p:spPr>
          <a:xfrm>
            <a:off x="5934886" y="2531603"/>
            <a:ext cx="266722" cy="300072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5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0" name="TextBox 83">
            <a:extLst>
              <a:ext uri="{FF2B5EF4-FFF2-40B4-BE49-F238E27FC236}">
                <a16:creationId xmlns:a16="http://schemas.microsoft.com/office/drawing/2014/main" id="{55DE21B7-4F3B-CB80-FCAE-B4E6C810CF84}"/>
              </a:ext>
            </a:extLst>
          </p:cNvPr>
          <p:cNvSpPr txBox="1"/>
          <p:nvPr/>
        </p:nvSpPr>
        <p:spPr>
          <a:xfrm>
            <a:off x="5934886" y="2991548"/>
            <a:ext cx="284355" cy="300072"/>
          </a:xfrm>
          <a:prstGeom prst="rect">
            <a:avLst/>
          </a:prstGeom>
          <a:noFill/>
        </p:spPr>
        <p:txBody>
          <a:bodyPr wrap="none" lIns="68571" tIns="34285" rIns="68571" bIns="34285" rtlCol="0">
            <a:spAutoFit/>
          </a:bodyPr>
          <a:lstStyle/>
          <a:p>
            <a:r>
              <a:rPr lang="en-US" altLang="zh-CN" sz="15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endParaRPr lang="zh-CN" altLang="en-US" sz="15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192485A-D72F-9E6F-8A44-81F042D3433C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96EFC8E-104C-15C2-C9FA-A8586C2EDBB1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901620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个人简介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60A2433-3DCC-6034-082D-B11D7DD0A9D0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6701392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综合发展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8E761E2-D8A5-D9F8-D400-45546815B78C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601278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未来规划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0A32043-34F0-7467-919B-A550EAE807C4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801506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rgbClr val="323232">
                      <a:lumMod val="50000"/>
                      <a:lumOff val="50000"/>
                    </a:srgb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项目经历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34267B7-1834-9C07-FB41-E9C06A531FA9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A297F63-36D9-E8E2-2AB6-A915DF457351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2487D2B-88F2-71C8-FC30-FA2E7AE4FF63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6670802" y="16220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综合发展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EDC9820-CB76-727F-F94A-40E05E5F2469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796780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科研竞赛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D25F3E6-6C41-3410-D299-95C41CF16C62}"/>
                </a:ext>
              </a:extLst>
            </p:cNvPr>
            <p:cNvGrpSpPr/>
            <p:nvPr/>
          </p:nvGrpSpPr>
          <p:grpSpPr>
            <a:xfrm>
              <a:off x="3492341" y="52720"/>
              <a:ext cx="2307431" cy="587135"/>
              <a:chOff x="3492341" y="71967"/>
              <a:chExt cx="2307431" cy="587135"/>
            </a:xfrm>
          </p:grpSpPr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1BBB332A-4746-19DC-CD16-7382C5B881E7}"/>
                  </a:ext>
                </a:extLst>
              </p:cNvPr>
              <p:cNvSpPr/>
              <p:nvPr/>
            </p:nvSpPr>
            <p:spPr>
              <a:xfrm>
                <a:off x="3492341" y="71967"/>
                <a:ext cx="2307431" cy="587135"/>
              </a:xfrm>
              <a:prstGeom prst="roundRect">
                <a:avLst/>
              </a:prstGeom>
              <a:gradFill>
                <a:gsLst>
                  <a:gs pos="0">
                    <a:srgbClr val="0F6A7B"/>
                  </a:gs>
                  <a:gs pos="100000">
                    <a:srgbClr val="0F6A7B"/>
                  </a:gs>
                </a:gsLst>
                <a:lin ang="16200000" scaled="1"/>
              </a:gradFill>
              <a:ln>
                <a:noFill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45EE3F0-1EBA-71B4-4C67-E725010A0FF0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801506" y="188342"/>
                <a:ext cx="16891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研究方法</a:t>
                </a:r>
              </a:p>
            </p:txBody>
          </p: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129BF84-1423-9DFF-5DFE-4CB353CDF9F3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896894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项目背景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E84AAA0-003B-7273-66E8-07B151F7E63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696666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核心技术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EAB3A37-6AD0-C281-299B-5AA0449E3A0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9596552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未来规划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980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>
            <a:extLst>
              <a:ext uri="{FF2B5EF4-FFF2-40B4-BE49-F238E27FC236}">
                <a16:creationId xmlns:a16="http://schemas.microsoft.com/office/drawing/2014/main" id="{A049F314-CB24-0DCC-052B-5CA9772A1F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077" y="1079467"/>
            <a:ext cx="3607337" cy="54110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66" name="组合 65">
            <a:extLst>
              <a:ext uri="{FF2B5EF4-FFF2-40B4-BE49-F238E27FC236}">
                <a16:creationId xmlns:a16="http://schemas.microsoft.com/office/drawing/2014/main" id="{FE945A6F-D0F4-D736-C190-3941CE7266E9}"/>
              </a:ext>
            </a:extLst>
          </p:cNvPr>
          <p:cNvGrpSpPr/>
          <p:nvPr/>
        </p:nvGrpSpPr>
        <p:grpSpPr>
          <a:xfrm>
            <a:off x="215588" y="2708306"/>
            <a:ext cx="3653677" cy="3760054"/>
            <a:chOff x="215588" y="2708306"/>
            <a:chExt cx="3653677" cy="3760054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2F005CB3-A70F-00C4-3D5F-4A3BA7843B95}"/>
                </a:ext>
              </a:extLst>
            </p:cNvPr>
            <p:cNvSpPr/>
            <p:nvPr/>
          </p:nvSpPr>
          <p:spPr>
            <a:xfrm>
              <a:off x="215588" y="2708306"/>
              <a:ext cx="3653677" cy="3760054"/>
            </a:xfrm>
            <a:prstGeom prst="roundRect">
              <a:avLst>
                <a:gd name="adj" fmla="val 183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17DC56CC-971B-83F8-057E-B6E947702FF9}"/>
                </a:ext>
              </a:extLst>
            </p:cNvPr>
            <p:cNvGrpSpPr/>
            <p:nvPr/>
          </p:nvGrpSpPr>
          <p:grpSpPr>
            <a:xfrm>
              <a:off x="346509" y="2791329"/>
              <a:ext cx="2030931" cy="461665"/>
              <a:chOff x="346509" y="2791329"/>
              <a:chExt cx="2030931" cy="461665"/>
            </a:xfrm>
          </p:grpSpPr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45AA72E-C37F-45A8-0C16-57939D2BC20C}"/>
                  </a:ext>
                </a:extLst>
              </p:cNvPr>
              <p:cNvCxnSpPr/>
              <p:nvPr/>
            </p:nvCxnSpPr>
            <p:spPr>
              <a:xfrm>
                <a:off x="346509" y="3243716"/>
                <a:ext cx="2030931" cy="0"/>
              </a:xfrm>
              <a:prstGeom prst="line">
                <a:avLst/>
              </a:prstGeom>
              <a:ln w="381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5F5A6E48-4AA2-144D-FF3F-A41914009F7A}"/>
                  </a:ext>
                </a:extLst>
              </p:cNvPr>
              <p:cNvSpPr txBox="1"/>
              <p:nvPr/>
            </p:nvSpPr>
            <p:spPr>
              <a:xfrm>
                <a:off x="346509" y="2791329"/>
                <a:ext cx="13282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小标题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5AC73C0-3F7E-93FD-D749-498837C29B45}"/>
                </a:ext>
              </a:extLst>
            </p:cNvPr>
            <p:cNvSpPr txBox="1"/>
            <p:nvPr/>
          </p:nvSpPr>
          <p:spPr>
            <a:xfrm>
              <a:off x="859035" y="3504222"/>
              <a:ext cx="2818016" cy="658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rgbClr val="0A465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请输入文本请输入文本请输入文本请输入</a:t>
              </a:r>
            </a:p>
          </p:txBody>
        </p:sp>
        <p:sp>
          <p:nvSpPr>
            <p:cNvPr id="58" name="菱形 57">
              <a:extLst>
                <a:ext uri="{FF2B5EF4-FFF2-40B4-BE49-F238E27FC236}">
                  <a16:creationId xmlns:a16="http://schemas.microsoft.com/office/drawing/2014/main" id="{1E93C566-A2BA-E62E-4C5E-BD8F23949855}"/>
                </a:ext>
              </a:extLst>
            </p:cNvPr>
            <p:cNvSpPr/>
            <p:nvPr/>
          </p:nvSpPr>
          <p:spPr>
            <a:xfrm>
              <a:off x="442759" y="3657602"/>
              <a:ext cx="224063" cy="221380"/>
            </a:xfrm>
            <a:prstGeom prst="diamond">
              <a:avLst/>
            </a:prstGeom>
            <a:solidFill>
              <a:srgbClr val="0F6A7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菱形 58">
              <a:extLst>
                <a:ext uri="{FF2B5EF4-FFF2-40B4-BE49-F238E27FC236}">
                  <a16:creationId xmlns:a16="http://schemas.microsoft.com/office/drawing/2014/main" id="{8F6F60ED-F4CB-DDE2-29C3-B60DA66B1389}"/>
                </a:ext>
              </a:extLst>
            </p:cNvPr>
            <p:cNvSpPr/>
            <p:nvPr/>
          </p:nvSpPr>
          <p:spPr>
            <a:xfrm>
              <a:off x="442759" y="4639223"/>
              <a:ext cx="224063" cy="221380"/>
            </a:xfrm>
            <a:prstGeom prst="diamond">
              <a:avLst/>
            </a:prstGeom>
            <a:solidFill>
              <a:srgbClr val="0F6A7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菱形 59">
              <a:extLst>
                <a:ext uri="{FF2B5EF4-FFF2-40B4-BE49-F238E27FC236}">
                  <a16:creationId xmlns:a16="http://schemas.microsoft.com/office/drawing/2014/main" id="{532F8E13-9C29-06F5-D747-F63D5E09E557}"/>
                </a:ext>
              </a:extLst>
            </p:cNvPr>
            <p:cNvSpPr/>
            <p:nvPr/>
          </p:nvSpPr>
          <p:spPr>
            <a:xfrm>
              <a:off x="442759" y="5620843"/>
              <a:ext cx="224063" cy="221380"/>
            </a:xfrm>
            <a:prstGeom prst="diamond">
              <a:avLst/>
            </a:prstGeom>
            <a:solidFill>
              <a:srgbClr val="0F6A7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F5627C04-C1CD-68B0-54C2-99D66BCD3AFE}"/>
                </a:ext>
              </a:extLst>
            </p:cNvPr>
            <p:cNvSpPr txBox="1"/>
            <p:nvPr/>
          </p:nvSpPr>
          <p:spPr>
            <a:xfrm>
              <a:off x="859035" y="4501458"/>
              <a:ext cx="2818016" cy="658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请输入文本请输入文本请输入文本请输入文本请输入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04D12CE7-A77E-AF06-1960-E7117181AA1D}"/>
                </a:ext>
              </a:extLst>
            </p:cNvPr>
            <p:cNvSpPr txBox="1"/>
            <p:nvPr/>
          </p:nvSpPr>
          <p:spPr>
            <a:xfrm>
              <a:off x="859035" y="5489069"/>
              <a:ext cx="2818016" cy="658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请输入文本请输入文本请输入文本请输入文本请输入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68B3109-0067-BD7D-41DE-5C60E4727490}"/>
              </a:ext>
            </a:extLst>
          </p:cNvPr>
          <p:cNvGrpSpPr/>
          <p:nvPr/>
        </p:nvGrpSpPr>
        <p:grpSpPr>
          <a:xfrm>
            <a:off x="4269161" y="2708306"/>
            <a:ext cx="3653677" cy="3760054"/>
            <a:chOff x="215588" y="2708306"/>
            <a:chExt cx="3653677" cy="3760054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78788C72-A825-A355-8108-3BB045AFC31A}"/>
                </a:ext>
              </a:extLst>
            </p:cNvPr>
            <p:cNvSpPr/>
            <p:nvPr/>
          </p:nvSpPr>
          <p:spPr>
            <a:xfrm>
              <a:off x="215588" y="2708306"/>
              <a:ext cx="3653677" cy="3760054"/>
            </a:xfrm>
            <a:prstGeom prst="roundRect">
              <a:avLst>
                <a:gd name="adj" fmla="val 183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269960C0-1A9F-6E78-8E24-B5A365598A39}"/>
                </a:ext>
              </a:extLst>
            </p:cNvPr>
            <p:cNvGrpSpPr/>
            <p:nvPr/>
          </p:nvGrpSpPr>
          <p:grpSpPr>
            <a:xfrm>
              <a:off x="346509" y="2791329"/>
              <a:ext cx="2030931" cy="461665"/>
              <a:chOff x="346509" y="2791329"/>
              <a:chExt cx="2030931" cy="461665"/>
            </a:xfrm>
          </p:grpSpPr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0E7F099B-BBC3-6EA0-3334-C2583CD77B7F}"/>
                  </a:ext>
                </a:extLst>
              </p:cNvPr>
              <p:cNvCxnSpPr/>
              <p:nvPr/>
            </p:nvCxnSpPr>
            <p:spPr>
              <a:xfrm>
                <a:off x="346509" y="3243716"/>
                <a:ext cx="2030931" cy="0"/>
              </a:xfrm>
              <a:prstGeom prst="line">
                <a:avLst/>
              </a:prstGeom>
              <a:ln w="38100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86162101-7FE2-0D4A-3E98-06544851A5EB}"/>
                  </a:ext>
                </a:extLst>
              </p:cNvPr>
              <p:cNvSpPr txBox="1"/>
              <p:nvPr/>
            </p:nvSpPr>
            <p:spPr>
              <a:xfrm>
                <a:off x="346509" y="2791329"/>
                <a:ext cx="13282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小标题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C23F2BB-0DC3-EADC-91A8-26E3D54C04B2}"/>
                </a:ext>
              </a:extLst>
            </p:cNvPr>
            <p:cNvSpPr txBox="1"/>
            <p:nvPr/>
          </p:nvSpPr>
          <p:spPr>
            <a:xfrm>
              <a:off x="859035" y="3504222"/>
              <a:ext cx="2818016" cy="658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rgbClr val="0A465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请输入文本请输入文本请输入文本请输入</a:t>
              </a:r>
            </a:p>
          </p:txBody>
        </p:sp>
        <p:sp>
          <p:nvSpPr>
            <p:cNvPr id="71" name="菱形 70">
              <a:extLst>
                <a:ext uri="{FF2B5EF4-FFF2-40B4-BE49-F238E27FC236}">
                  <a16:creationId xmlns:a16="http://schemas.microsoft.com/office/drawing/2014/main" id="{1AD2968C-C617-97F9-2550-01430BF8EF6C}"/>
                </a:ext>
              </a:extLst>
            </p:cNvPr>
            <p:cNvSpPr/>
            <p:nvPr/>
          </p:nvSpPr>
          <p:spPr>
            <a:xfrm>
              <a:off x="442759" y="3657602"/>
              <a:ext cx="224063" cy="221380"/>
            </a:xfrm>
            <a:prstGeom prst="diamond">
              <a:avLst/>
            </a:prstGeom>
            <a:solidFill>
              <a:srgbClr val="0F6A7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菱形 71">
              <a:extLst>
                <a:ext uri="{FF2B5EF4-FFF2-40B4-BE49-F238E27FC236}">
                  <a16:creationId xmlns:a16="http://schemas.microsoft.com/office/drawing/2014/main" id="{6963DCBC-ABED-9694-B725-D51CABA9AF71}"/>
                </a:ext>
              </a:extLst>
            </p:cNvPr>
            <p:cNvSpPr/>
            <p:nvPr/>
          </p:nvSpPr>
          <p:spPr>
            <a:xfrm>
              <a:off x="442759" y="4639223"/>
              <a:ext cx="224063" cy="221380"/>
            </a:xfrm>
            <a:prstGeom prst="diamond">
              <a:avLst/>
            </a:prstGeom>
            <a:solidFill>
              <a:srgbClr val="0F6A7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菱形 72">
              <a:extLst>
                <a:ext uri="{FF2B5EF4-FFF2-40B4-BE49-F238E27FC236}">
                  <a16:creationId xmlns:a16="http://schemas.microsoft.com/office/drawing/2014/main" id="{83AFF1C7-92ED-B69E-4080-065459C2B57D}"/>
                </a:ext>
              </a:extLst>
            </p:cNvPr>
            <p:cNvSpPr/>
            <p:nvPr/>
          </p:nvSpPr>
          <p:spPr>
            <a:xfrm>
              <a:off x="442759" y="5620843"/>
              <a:ext cx="224063" cy="221380"/>
            </a:xfrm>
            <a:prstGeom prst="diamond">
              <a:avLst/>
            </a:prstGeom>
            <a:solidFill>
              <a:srgbClr val="0F6A7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2C68A8BE-4FFD-F4F6-346E-78136A3B9A5B}"/>
                </a:ext>
              </a:extLst>
            </p:cNvPr>
            <p:cNvSpPr txBox="1"/>
            <p:nvPr/>
          </p:nvSpPr>
          <p:spPr>
            <a:xfrm>
              <a:off x="859035" y="4501458"/>
              <a:ext cx="2818016" cy="658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请输入文本请输入文本请输入文本请输入</a:t>
              </a:r>
              <a:r>
                <a:rPr lang="zh-CN" altLang="en-US" sz="1600" dirty="0">
                  <a:solidFill>
                    <a:srgbClr val="0A465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文本请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14B8A916-E958-B7CA-570D-E7C3D37C69AE}"/>
                </a:ext>
              </a:extLst>
            </p:cNvPr>
            <p:cNvSpPr txBox="1"/>
            <p:nvPr/>
          </p:nvSpPr>
          <p:spPr>
            <a:xfrm>
              <a:off x="859035" y="5489069"/>
              <a:ext cx="2818016" cy="658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请输入文本请输入文本请输入文本请输入文本请输入</a:t>
              </a:r>
            </a:p>
          </p:txBody>
        </p:sp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F86D3816-9DB5-A817-F835-A04DAC885DDF}"/>
              </a:ext>
            </a:extLst>
          </p:cNvPr>
          <p:cNvSpPr txBox="1"/>
          <p:nvPr/>
        </p:nvSpPr>
        <p:spPr>
          <a:xfrm>
            <a:off x="244867" y="868760"/>
            <a:ext cx="5440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请输入文本：请输入文本</a:t>
            </a: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FA5A99F0-160E-4611-5E89-75C0F2C1DED8}"/>
              </a:ext>
            </a:extLst>
          </p:cNvPr>
          <p:cNvCxnSpPr>
            <a:cxnSpLocks/>
          </p:cNvCxnSpPr>
          <p:nvPr/>
        </p:nvCxnSpPr>
        <p:spPr>
          <a:xfrm>
            <a:off x="215588" y="1629841"/>
            <a:ext cx="572801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FA4E168-4B8E-2BC1-CD23-640FF12B4A49}"/>
              </a:ext>
            </a:extLst>
          </p:cNvPr>
          <p:cNvSpPr txBox="1"/>
          <p:nvPr/>
        </p:nvSpPr>
        <p:spPr>
          <a:xfrm>
            <a:off x="272586" y="1768958"/>
            <a:ext cx="572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请输入文本请输入文本输入文本请输入文本请输入文本</a:t>
            </a:r>
          </a:p>
        </p:txBody>
      </p: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33EE4CB2-D7BA-08BA-0843-78633BE3F300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CAB44DC2-D94E-725E-8843-27837CC568DE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901620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个人简介</a:t>
              </a: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016E8DFA-1B29-98C3-B5D8-AEA5EC3BB934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6701392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综合发展</a:t>
              </a: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4890B983-7831-D80F-23BC-9F44D6B0F1D7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601278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未来规划</a:t>
              </a: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963940B8-1A54-4E09-D117-CE24EE05AF61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801506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rgbClr val="323232">
                      <a:lumMod val="50000"/>
                      <a:lumOff val="50000"/>
                    </a:srgb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项目经历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930BEF0B-7E74-E86C-A79B-B4D9F77ED071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DF0E631D-D0C6-BA63-68F4-06DAD9DBEAB9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144C6CF-D27E-F978-2281-8AB4D690401A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6670802" y="16220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综合发展</a:t>
              </a: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10E188C8-99C4-C707-6180-979F5A77FB1C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796780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研究方法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DC4F448B-57A2-8BC1-17DE-F0364F228635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896894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项目背景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DC6306C7-D6D3-2FB5-0997-2B2A26923379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696666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科研竞赛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F5EBA74B-1898-1329-D932-5C137B3E3AE1}"/>
                </a:ext>
              </a:extLst>
            </p:cNvPr>
            <p:cNvGrpSpPr/>
            <p:nvPr/>
          </p:nvGrpSpPr>
          <p:grpSpPr>
            <a:xfrm>
              <a:off x="6392227" y="52720"/>
              <a:ext cx="2307431" cy="587135"/>
              <a:chOff x="6392227" y="71967"/>
              <a:chExt cx="2307431" cy="587135"/>
            </a:xfrm>
          </p:grpSpPr>
          <p:sp>
            <p:nvSpPr>
              <p:cNvPr id="154" name="矩形: 圆角 153">
                <a:extLst>
                  <a:ext uri="{FF2B5EF4-FFF2-40B4-BE49-F238E27FC236}">
                    <a16:creationId xmlns:a16="http://schemas.microsoft.com/office/drawing/2014/main" id="{8661ABB9-DD4B-06D9-7147-A1A973C6C2BB}"/>
                  </a:ext>
                </a:extLst>
              </p:cNvPr>
              <p:cNvSpPr/>
              <p:nvPr/>
            </p:nvSpPr>
            <p:spPr>
              <a:xfrm>
                <a:off x="6392227" y="71967"/>
                <a:ext cx="2307431" cy="587135"/>
              </a:xfrm>
              <a:prstGeom prst="roundRect">
                <a:avLst/>
              </a:prstGeom>
              <a:gradFill>
                <a:gsLst>
                  <a:gs pos="0">
                    <a:srgbClr val="0F6A7B"/>
                  </a:gs>
                  <a:gs pos="100000">
                    <a:srgbClr val="0F6A7B"/>
                  </a:gs>
                </a:gsLst>
                <a:lin ang="16200000" scaled="1"/>
              </a:gradFill>
              <a:ln>
                <a:noFill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0F89ECE2-D58B-8AE8-3D36-34B74DD3ED04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701392" y="188342"/>
                <a:ext cx="16891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核心技术</a:t>
                </a:r>
              </a:p>
            </p:txBody>
          </p:sp>
        </p:grp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FF3242D5-CB10-C9EA-5989-F1476301585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9596552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未来规划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907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E4B9A-5316-83CC-5F90-9701F66D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D77B737-E45B-D46B-CF44-FF3D3307C48A}"/>
              </a:ext>
            </a:extLst>
          </p:cNvPr>
          <p:cNvGrpSpPr/>
          <p:nvPr/>
        </p:nvGrpSpPr>
        <p:grpSpPr>
          <a:xfrm>
            <a:off x="-2811" y="52720"/>
            <a:ext cx="12190942" cy="603869"/>
            <a:chOff x="-2811" y="52720"/>
            <a:chExt cx="12190942" cy="60386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5D1FA33-6DC6-EC6B-2AB3-05C1B37B853F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901620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个人简介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16D6A7A-CF89-D2B9-2F20-1170D404B4BF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6701392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综合发展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54CE4AD-C505-8B3A-C393-3EB937AF1D17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9601278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23232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未来规划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A150D90-7515-C278-A54C-BD162AA95C4E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801506" y="181810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rgbClr val="323232">
                      <a:lumMod val="50000"/>
                      <a:lumOff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项目经历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>
                    <a:lumMod val="50000"/>
                    <a:lumOff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2EBC087-81CB-DB69-F211-1BEA1B1F70FF}"/>
                </a:ext>
              </a:extLst>
            </p:cNvPr>
            <p:cNvSpPr/>
            <p:nvPr/>
          </p:nvSpPr>
          <p:spPr>
            <a:xfrm>
              <a:off x="-2811" y="125739"/>
              <a:ext cx="12183110" cy="5308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38100" dir="5400000" algn="t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3D19FB7-E175-9723-A107-B0E30089D362}"/>
                </a:ext>
              </a:extLst>
            </p:cNvPr>
            <p:cNvSpPr/>
            <p:nvPr/>
          </p:nvSpPr>
          <p:spPr>
            <a:xfrm rot="10800000">
              <a:off x="-2237" y="575982"/>
              <a:ext cx="12190368" cy="80607"/>
            </a:xfrm>
            <a:prstGeom prst="rect">
              <a:avLst/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8E10AF7-3D87-715B-322A-597A8C9D15E0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6670802" y="16220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综合发展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70A9A3-2FF2-09EC-9DB1-72F1E4D9179F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3796780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34A3F17-1CF4-F43B-BF6D-7D7DA9700F0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896894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E61ACAC-ACD3-B90D-A74E-1743D8D670E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6696666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核心技术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E98167A-DA31-BDDF-BB05-BBA264DE3E1F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9596552" y="167584"/>
              <a:ext cx="16891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科研竞赛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57368B8-328B-4E25-A02F-FF24EE87C3A3}"/>
                </a:ext>
              </a:extLst>
            </p:cNvPr>
            <p:cNvGrpSpPr/>
            <p:nvPr/>
          </p:nvGrpSpPr>
          <p:grpSpPr>
            <a:xfrm>
              <a:off x="9292113" y="52720"/>
              <a:ext cx="2307431" cy="587135"/>
              <a:chOff x="9292113" y="71967"/>
              <a:chExt cx="2307431" cy="587135"/>
            </a:xfrm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CF09C912-FC50-8613-2E03-0B4AC661FEF4}"/>
                  </a:ext>
                </a:extLst>
              </p:cNvPr>
              <p:cNvSpPr/>
              <p:nvPr/>
            </p:nvSpPr>
            <p:spPr>
              <a:xfrm>
                <a:off x="9292113" y="71967"/>
                <a:ext cx="2307431" cy="587135"/>
              </a:xfrm>
              <a:prstGeom prst="roundRect">
                <a:avLst/>
              </a:prstGeom>
              <a:gradFill>
                <a:gsLst>
                  <a:gs pos="0">
                    <a:srgbClr val="0F6A7B"/>
                  </a:gs>
                  <a:gs pos="100000">
                    <a:srgbClr val="0F6A7B"/>
                  </a:gs>
                </a:gsLst>
                <a:lin ang="16200000" scaled="1"/>
              </a:gradFill>
              <a:ln>
                <a:noFill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AF1BC55-E471-0A05-9897-F69FA364CE8A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601278" y="188342"/>
                <a:ext cx="16891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未来规划</a:t>
                </a:r>
              </a:p>
            </p:txBody>
          </p:sp>
        </p:grp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AA8290B-7E22-BCAF-5C10-3A64626D6362}"/>
              </a:ext>
            </a:extLst>
          </p:cNvPr>
          <p:cNvGrpSpPr/>
          <p:nvPr/>
        </p:nvGrpSpPr>
        <p:grpSpPr>
          <a:xfrm>
            <a:off x="4575723" y="1718733"/>
            <a:ext cx="7128421" cy="3926714"/>
            <a:chOff x="263781" y="2872004"/>
            <a:chExt cx="8066395" cy="364234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71CE118D-ADC5-CBFF-58AE-F24B0B0EDB72}"/>
                </a:ext>
              </a:extLst>
            </p:cNvPr>
            <p:cNvSpPr/>
            <p:nvPr/>
          </p:nvSpPr>
          <p:spPr>
            <a:xfrm>
              <a:off x="383854" y="4397289"/>
              <a:ext cx="1581150" cy="384175"/>
            </a:xfrm>
            <a:prstGeom prst="roundRect">
              <a:avLst/>
            </a:prstGeom>
            <a:solidFill>
              <a:srgbClr val="0A465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2022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BCF43397-9442-AE63-09CA-D6C6C82D5EF1}"/>
                </a:ext>
              </a:extLst>
            </p:cNvPr>
            <p:cNvSpPr/>
            <p:nvPr/>
          </p:nvSpPr>
          <p:spPr>
            <a:xfrm>
              <a:off x="2396804" y="4397289"/>
              <a:ext cx="1581150" cy="384175"/>
            </a:xfrm>
            <a:prstGeom prst="roundRect">
              <a:avLst/>
            </a:prstGeom>
            <a:solidFill>
              <a:srgbClr val="13839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50C2863F-E45C-1079-D62D-F7A824F7EF1F}"/>
                </a:ext>
              </a:extLst>
            </p:cNvPr>
            <p:cNvSpPr/>
            <p:nvPr/>
          </p:nvSpPr>
          <p:spPr>
            <a:xfrm>
              <a:off x="4408166" y="4397289"/>
              <a:ext cx="1581150" cy="384175"/>
            </a:xfrm>
            <a:prstGeom prst="roundRect">
              <a:avLst/>
            </a:prstGeom>
            <a:solidFill>
              <a:srgbClr val="0F6A7B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2024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F591D109-F66C-9389-BC89-AC5606BAF2EA}"/>
                </a:ext>
              </a:extLst>
            </p:cNvPr>
            <p:cNvSpPr/>
            <p:nvPr/>
          </p:nvSpPr>
          <p:spPr>
            <a:xfrm>
              <a:off x="6419529" y="4397289"/>
              <a:ext cx="1581150" cy="384175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2025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FCB436A-3B7A-B55B-8662-716F8461F6B7}"/>
                </a:ext>
              </a:extLst>
            </p:cNvPr>
            <p:cNvSpPr/>
            <p:nvPr/>
          </p:nvSpPr>
          <p:spPr>
            <a:xfrm>
              <a:off x="263781" y="2911334"/>
              <a:ext cx="2126987" cy="5995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输入文本请输入文本请输入文本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8607121-09A2-4096-4725-649D65BB9C2C}"/>
                </a:ext>
              </a:extLst>
            </p:cNvPr>
            <p:cNvCxnSpPr>
              <a:cxnSpLocks/>
            </p:cNvCxnSpPr>
            <p:nvPr/>
          </p:nvCxnSpPr>
          <p:spPr>
            <a:xfrm>
              <a:off x="324734" y="3593633"/>
              <a:ext cx="1731475" cy="0"/>
            </a:xfrm>
            <a:prstGeom prst="line">
              <a:avLst/>
            </a:prstGeom>
            <a:ln w="31750">
              <a:solidFill>
                <a:srgbClr val="0F6A7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86AAE4F-88FC-BC2F-3451-85872181FBFA}"/>
                </a:ext>
              </a:extLst>
            </p:cNvPr>
            <p:cNvCxnSpPr>
              <a:cxnSpLocks/>
            </p:cNvCxnSpPr>
            <p:nvPr/>
          </p:nvCxnSpPr>
          <p:spPr>
            <a:xfrm>
              <a:off x="5201915" y="5821277"/>
              <a:ext cx="1731600" cy="12700"/>
            </a:xfrm>
            <a:prstGeom prst="line">
              <a:avLst/>
            </a:prstGeom>
            <a:ln w="31750">
              <a:solidFill>
                <a:srgbClr val="0F6A7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1782B85-9B34-ECDD-9973-302F86B32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1484" y="3615644"/>
              <a:ext cx="0" cy="710209"/>
            </a:xfrm>
            <a:prstGeom prst="line">
              <a:avLst/>
            </a:prstGeom>
            <a:ln w="31750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7DF5689-5062-5FFE-F77E-0EB0CA3D6731}"/>
                </a:ext>
              </a:extLst>
            </p:cNvPr>
            <p:cNvCxnSpPr/>
            <p:nvPr/>
          </p:nvCxnSpPr>
          <p:spPr>
            <a:xfrm flipV="1">
              <a:off x="5228904" y="4811627"/>
              <a:ext cx="0" cy="1009650"/>
            </a:xfrm>
            <a:prstGeom prst="line">
              <a:avLst/>
            </a:prstGeom>
            <a:ln w="31750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3698ADC3-945F-AD7E-A4A4-000237C02C4B}"/>
                </a:ext>
              </a:extLst>
            </p:cNvPr>
            <p:cNvCxnSpPr>
              <a:cxnSpLocks/>
            </p:cNvCxnSpPr>
            <p:nvPr/>
          </p:nvCxnSpPr>
          <p:spPr>
            <a:xfrm>
              <a:off x="1419175" y="5821277"/>
              <a:ext cx="1731600" cy="0"/>
            </a:xfrm>
            <a:prstGeom prst="line">
              <a:avLst/>
            </a:prstGeom>
            <a:ln w="31750">
              <a:solidFill>
                <a:srgbClr val="0F6A7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B5588B3-2C55-8DBC-650E-32CC0B51D120}"/>
                </a:ext>
              </a:extLst>
            </p:cNvPr>
            <p:cNvCxnSpPr/>
            <p:nvPr/>
          </p:nvCxnSpPr>
          <p:spPr>
            <a:xfrm flipV="1">
              <a:off x="3154041" y="4810039"/>
              <a:ext cx="0" cy="995363"/>
            </a:xfrm>
            <a:prstGeom prst="line">
              <a:avLst/>
            </a:prstGeom>
            <a:ln w="31750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D4B81958-7638-A6F4-5091-EDBDC97CCD90}"/>
                </a:ext>
              </a:extLst>
            </p:cNvPr>
            <p:cNvSpPr/>
            <p:nvPr/>
          </p:nvSpPr>
          <p:spPr>
            <a:xfrm>
              <a:off x="6291819" y="2872004"/>
              <a:ext cx="2038357" cy="5995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输入文本请输入文本请输入文本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D4D29088-628D-FFCA-D942-A95D7318266E}"/>
                </a:ext>
              </a:extLst>
            </p:cNvPr>
            <p:cNvCxnSpPr>
              <a:cxnSpLocks/>
            </p:cNvCxnSpPr>
            <p:nvPr/>
          </p:nvCxnSpPr>
          <p:spPr>
            <a:xfrm>
              <a:off x="6419529" y="3546910"/>
              <a:ext cx="1497246" cy="0"/>
            </a:xfrm>
            <a:prstGeom prst="line">
              <a:avLst/>
            </a:prstGeom>
            <a:ln w="31750">
              <a:solidFill>
                <a:srgbClr val="0F6A7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76EBA031-E8E6-1C8A-F603-2F0C3D3C1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3174" y="3593633"/>
              <a:ext cx="0" cy="710209"/>
            </a:xfrm>
            <a:prstGeom prst="line">
              <a:avLst/>
            </a:prstGeom>
            <a:ln w="31750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BDA90BD6-1543-A60A-A369-C4CDC56646DC}"/>
                </a:ext>
              </a:extLst>
            </p:cNvPr>
            <p:cNvSpPr/>
            <p:nvPr/>
          </p:nvSpPr>
          <p:spPr>
            <a:xfrm>
              <a:off x="1327274" y="5914821"/>
              <a:ext cx="2126987" cy="5995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请输入文本请输入文本请输入文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8A08B2CE-E097-1C85-B85B-361407D3F0FE}"/>
                </a:ext>
              </a:extLst>
            </p:cNvPr>
            <p:cNvSpPr/>
            <p:nvPr/>
          </p:nvSpPr>
          <p:spPr>
            <a:xfrm>
              <a:off x="5153045" y="5914820"/>
              <a:ext cx="2126987" cy="5995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请输入文本请输入文本请输入文</a:t>
              </a:r>
              <a:endPara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D8C5AA8-D380-E38F-9A1A-95CA3C8982F5}"/>
              </a:ext>
            </a:extLst>
          </p:cNvPr>
          <p:cNvGrpSpPr/>
          <p:nvPr/>
        </p:nvGrpSpPr>
        <p:grpSpPr>
          <a:xfrm>
            <a:off x="532158" y="1215324"/>
            <a:ext cx="3707584" cy="5272020"/>
            <a:chOff x="7689148" y="1310860"/>
            <a:chExt cx="3707584" cy="5272020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4EA62412-7974-E33A-5EDF-4671142B652E}"/>
                </a:ext>
              </a:extLst>
            </p:cNvPr>
            <p:cNvSpPr/>
            <p:nvPr/>
          </p:nvSpPr>
          <p:spPr>
            <a:xfrm>
              <a:off x="7689148" y="1310860"/>
              <a:ext cx="3707584" cy="5272020"/>
            </a:xfrm>
            <a:prstGeom prst="roundRect">
              <a:avLst>
                <a:gd name="adj" fmla="val 3696"/>
              </a:avLst>
            </a:prstGeom>
            <a:solidFill>
              <a:srgbClr val="0F6A7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41300" dir="5400000" sx="102000" sy="102000" algn="ctr" rotWithShape="0">
                <a:srgbClr val="016D2F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88771A75-6D52-3F01-3401-8ABFDA696059}"/>
                </a:ext>
              </a:extLst>
            </p:cNvPr>
            <p:cNvSpPr/>
            <p:nvPr/>
          </p:nvSpPr>
          <p:spPr>
            <a:xfrm>
              <a:off x="7854233" y="1891280"/>
              <a:ext cx="3358960" cy="4390740"/>
            </a:xfrm>
            <a:prstGeom prst="roundRect">
              <a:avLst>
                <a:gd name="adj" fmla="val 4392"/>
              </a:avLst>
            </a:prstGeom>
            <a:gradFill flip="none" rotWithShape="1">
              <a:gsLst>
                <a:gs pos="0">
                  <a:srgbClr val="6BB85C">
                    <a:lumMod val="0"/>
                    <a:lumOff val="100000"/>
                  </a:srgbClr>
                </a:gs>
                <a:gs pos="100000">
                  <a:srgbClr val="F7FFFA"/>
                </a:gs>
              </a:gsLst>
              <a:lin ang="2700000" scaled="1"/>
            </a:gradFill>
            <a:ln w="3175">
              <a:solidFill>
                <a:srgbClr val="0F6A7B"/>
              </a:solidFill>
            </a:ln>
            <a:effectLst/>
          </p:spPr>
          <p:txBody>
            <a:bodyPr rot="0" spcFirstLastPara="0" vertOverflow="overflow" horzOverflow="overflow" vert="horz" wrap="non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57D18F20-8261-0D3B-80FF-8FA5A7D230A6}"/>
                </a:ext>
              </a:extLst>
            </p:cNvPr>
            <p:cNvGrpSpPr/>
            <p:nvPr/>
          </p:nvGrpSpPr>
          <p:grpSpPr>
            <a:xfrm>
              <a:off x="7745110" y="5338393"/>
              <a:ext cx="3606065" cy="616331"/>
              <a:chOff x="7719709" y="5228326"/>
              <a:chExt cx="3606065" cy="616331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6BFC0B77-4E4F-FCA9-7DB6-232E5FCD8F7D}"/>
                  </a:ext>
                </a:extLst>
              </p:cNvPr>
              <p:cNvSpPr/>
              <p:nvPr/>
            </p:nvSpPr>
            <p:spPr>
              <a:xfrm>
                <a:off x="7719709" y="5325740"/>
                <a:ext cx="3606065" cy="479662"/>
              </a:xfrm>
              <a:prstGeom prst="rect">
                <a:avLst/>
              </a:prstGeom>
              <a:solidFill>
                <a:srgbClr val="0F6A7B"/>
              </a:solidFill>
              <a:ln w="63500" cmpd="sng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直角三角形 69">
                <a:extLst>
                  <a:ext uri="{FF2B5EF4-FFF2-40B4-BE49-F238E27FC236}">
                    <a16:creationId xmlns:a16="http://schemas.microsoft.com/office/drawing/2014/main" id="{982E90C1-855F-73F3-AF89-F445BAEB59F4}"/>
                  </a:ext>
                </a:extLst>
              </p:cNvPr>
              <p:cNvSpPr/>
              <p:nvPr/>
            </p:nvSpPr>
            <p:spPr>
              <a:xfrm flipH="1">
                <a:off x="7720406" y="5228326"/>
                <a:ext cx="123707" cy="97190"/>
              </a:xfrm>
              <a:prstGeom prst="rtTriangle">
                <a:avLst/>
              </a:prstGeom>
              <a:solidFill>
                <a:srgbClr val="0A4652"/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127000" dist="88900" dir="2700000" algn="tl" rotWithShape="0">
                  <a:srgbClr val="7EBE08">
                    <a:lumMod val="50000"/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8599CC4-09FC-1004-C65E-7BABBC5471BE}"/>
                  </a:ext>
                </a:extLst>
              </p:cNvPr>
              <p:cNvSpPr txBox="1"/>
              <p:nvPr/>
            </p:nvSpPr>
            <p:spPr>
              <a:xfrm>
                <a:off x="8164813" y="5372498"/>
                <a:ext cx="1338828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请输入文本</a:t>
                </a: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2D08447C-704E-BBDD-1D6A-1F4CC30C7443}"/>
                  </a:ext>
                </a:extLst>
              </p:cNvPr>
              <p:cNvSpPr txBox="1"/>
              <p:nvPr/>
            </p:nvSpPr>
            <p:spPr>
              <a:xfrm>
                <a:off x="9495903" y="5291091"/>
                <a:ext cx="1335072" cy="553566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请输入</a:t>
                </a:r>
              </a:p>
            </p:txBody>
          </p:sp>
        </p:grpSp>
        <p:sp>
          <p:nvSpPr>
            <p:cNvPr id="67" name="PA-任意多边形 2264">
              <a:extLst>
                <a:ext uri="{FF2B5EF4-FFF2-40B4-BE49-F238E27FC236}">
                  <a16:creationId xmlns:a16="http://schemas.microsoft.com/office/drawing/2014/main" id="{1D59E12E-309A-BB06-ECA4-BFD8A5C568F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7909635" y="1319326"/>
              <a:ext cx="3265089" cy="433042"/>
            </a:xfrm>
            <a:custGeom>
              <a:avLst/>
              <a:gdLst>
                <a:gd name="connsiteX0" fmla="*/ 0 w 1933116"/>
                <a:gd name="connsiteY0" fmla="*/ 0 h 420531"/>
                <a:gd name="connsiteX1" fmla="*/ 137724 w 1933116"/>
                <a:gd name="connsiteY1" fmla="*/ 76816 h 420531"/>
                <a:gd name="connsiteX2" fmla="*/ 302754 w 1933116"/>
                <a:gd name="connsiteY2" fmla="*/ 343715 h 420531"/>
                <a:gd name="connsiteX3" fmla="*/ 440478 w 1933116"/>
                <a:gd name="connsiteY3" fmla="*/ 420532 h 420531"/>
                <a:gd name="connsiteX4" fmla="*/ 1492638 w 1933116"/>
                <a:gd name="connsiteY4" fmla="*/ 420532 h 420531"/>
                <a:gd name="connsiteX5" fmla="*/ 1630362 w 1933116"/>
                <a:gd name="connsiteY5" fmla="*/ 343715 h 420531"/>
                <a:gd name="connsiteX6" fmla="*/ 1795393 w 1933116"/>
                <a:gd name="connsiteY6" fmla="*/ 76816 h 420531"/>
                <a:gd name="connsiteX7" fmla="*/ 1933116 w 1933116"/>
                <a:gd name="connsiteY7" fmla="*/ 0 h 420531"/>
                <a:gd name="connsiteX8" fmla="*/ 0 w 1933116"/>
                <a:gd name="connsiteY8" fmla="*/ 0 h 42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3116" h="420531">
                  <a:moveTo>
                    <a:pt x="0" y="0"/>
                  </a:moveTo>
                  <a:cubicBezTo>
                    <a:pt x="56158" y="0"/>
                    <a:pt x="108279" y="29088"/>
                    <a:pt x="137724" y="76816"/>
                  </a:cubicBezTo>
                  <a:lnTo>
                    <a:pt x="302754" y="343715"/>
                  </a:lnTo>
                  <a:cubicBezTo>
                    <a:pt x="332317" y="391444"/>
                    <a:pt x="384439" y="420532"/>
                    <a:pt x="440478" y="420532"/>
                  </a:cubicBezTo>
                  <a:lnTo>
                    <a:pt x="1492638" y="420532"/>
                  </a:lnTo>
                  <a:cubicBezTo>
                    <a:pt x="1548796" y="420532"/>
                    <a:pt x="1600917" y="391444"/>
                    <a:pt x="1630362" y="343715"/>
                  </a:cubicBezTo>
                  <a:lnTo>
                    <a:pt x="1795393" y="76816"/>
                  </a:lnTo>
                  <a:cubicBezTo>
                    <a:pt x="1824956" y="29088"/>
                    <a:pt x="1877077" y="0"/>
                    <a:pt x="193311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 cap="flat" cmpd="sng" algn="ctr">
              <a:solidFill>
                <a:srgbClr val="0F6A7B"/>
              </a:solidFill>
              <a:prstDash val="solid"/>
              <a:miter lim="800000"/>
            </a:ln>
            <a:effectLst>
              <a:outerShdw blurRad="101600" dist="76200" dir="2700000" algn="tl" rotWithShape="0">
                <a:srgbClr val="0F6A7B">
                  <a:alpha val="2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charset="-122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0114546-A95A-9127-45FB-0C897319EC03}"/>
                </a:ext>
              </a:extLst>
            </p:cNvPr>
            <p:cNvSpPr txBox="1"/>
            <p:nvPr/>
          </p:nvSpPr>
          <p:spPr>
            <a:xfrm>
              <a:off x="8245552" y="1361216"/>
              <a:ext cx="2701999" cy="37598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800" b="1" i="1" u="none" strike="noStrike" cap="none" spc="0" normalizeH="0" baseline="0">
                  <a:ln>
                    <a:noFill/>
                  </a:ln>
                  <a:gradFill>
                    <a:gsLst>
                      <a:gs pos="0">
                        <a:srgbClr val="0F8B46"/>
                      </a:gs>
                      <a:gs pos="100000">
                        <a:srgbClr val="479C56"/>
                      </a:gs>
                    </a:gsLst>
                    <a:lin ang="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i="0" dirty="0">
                  <a:solidFill>
                    <a:schemeClr val="tx1"/>
                  </a:solidFill>
                </a:rPr>
                <a:t>请输入文本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B0B2AFFE-DD54-9E97-30C9-20A0DD3DE7AA}"/>
              </a:ext>
            </a:extLst>
          </p:cNvPr>
          <p:cNvSpPr txBox="1"/>
          <p:nvPr/>
        </p:nvSpPr>
        <p:spPr>
          <a:xfrm>
            <a:off x="1142863" y="2186277"/>
            <a:ext cx="2593396" cy="3055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请输入文本请输入文本请输入文本请输入文本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</a:p>
          <a:p>
            <a:pPr>
              <a:lnSpc>
                <a:spcPct val="120000"/>
              </a:lnSpc>
            </a:pPr>
            <a:endParaRPr lang="en-US" altLang="zh-CN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请输入文本请输入文本</a:t>
            </a:r>
          </a:p>
          <a:p>
            <a:pPr>
              <a:lnSpc>
                <a:spcPct val="12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415FA742-CCBB-6E24-908A-4EDE18DBB17E}"/>
              </a:ext>
            </a:extLst>
          </p:cNvPr>
          <p:cNvSpPr/>
          <p:nvPr/>
        </p:nvSpPr>
        <p:spPr>
          <a:xfrm>
            <a:off x="943273" y="2319690"/>
            <a:ext cx="224063" cy="221380"/>
          </a:xfrm>
          <a:prstGeom prst="diamond">
            <a:avLst/>
          </a:prstGeom>
          <a:solidFill>
            <a:srgbClr val="0F6A7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6F59EDE0-20C6-EB66-0497-186EF88CA5CF}"/>
              </a:ext>
            </a:extLst>
          </p:cNvPr>
          <p:cNvSpPr/>
          <p:nvPr/>
        </p:nvSpPr>
        <p:spPr>
          <a:xfrm>
            <a:off x="871339" y="3586699"/>
            <a:ext cx="224063" cy="221380"/>
          </a:xfrm>
          <a:prstGeom prst="diamond">
            <a:avLst/>
          </a:prstGeom>
          <a:solidFill>
            <a:srgbClr val="0F6A7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229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1 https://12sc.taobao.com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2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445</Words>
  <Application>Microsoft Office PowerPoint</Application>
  <PresentationFormat>宽屏</PresentationFormat>
  <Paragraphs>133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等线 Light</vt:lpstr>
      <vt:lpstr>宋体</vt:lpstr>
      <vt:lpstr>微软雅黑</vt:lpstr>
      <vt:lpstr>Arial</vt:lpstr>
      <vt:lpstr>Impact</vt:lpstr>
      <vt:lpstr>Office 主题​​</vt:lpstr>
      <vt:lpstr>清风素材1 https://12sc.taobao.com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2026-03-14T08:37:09Z</dcterms:created>
  <dcterms:modified xsi:type="dcterms:W3CDTF">2026-03-15T00:41:01Z</dcterms:modified>
</cp:coreProperties>
</file>