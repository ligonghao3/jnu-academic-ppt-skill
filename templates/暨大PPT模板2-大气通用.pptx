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1" r:id="rId4"/>
    <p:sldId id="262" r:id="rId6"/>
    <p:sldId id="281" r:id="rId7"/>
    <p:sldId id="264" r:id="rId8"/>
    <p:sldId id="272" r:id="rId9"/>
    <p:sldId id="282" r:id="rId10"/>
    <p:sldId id="271" r:id="rId11"/>
    <p:sldId id="276" r:id="rId12"/>
    <p:sldId id="283" r:id="rId13"/>
    <p:sldId id="277" r:id="rId14"/>
    <p:sldId id="274" r:id="rId15"/>
    <p:sldId id="284" r:id="rId16"/>
    <p:sldId id="278" r:id="rId17"/>
    <p:sldId id="279" r:id="rId18"/>
    <p:sldId id="285" r:id="rId19"/>
    <p:sldId id="280" r:id="rId20"/>
    <p:sldId id="267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7780"/>
    <a:srgbClr val="3D7982"/>
    <a:srgbClr val="6D9AA1"/>
    <a:srgbClr val="145D68"/>
    <a:srgbClr val="11687C"/>
    <a:srgbClr val="E8E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723" autoAdjust="0"/>
  </p:normalViewPr>
  <p:slideViewPr>
    <p:cSldViewPr snapToGrid="0">
      <p:cViewPr varScale="1">
        <p:scale>
          <a:sx n="78" d="100"/>
          <a:sy n="78" d="100"/>
        </p:scale>
        <p:origin x="81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标题</a:t>
            </a:r>
            <a:endParaRPr lang="zh-CN"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系列3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6"/>
        <c:overlap val="22"/>
        <c:axId val="1487279552"/>
        <c:axId val="1487281472"/>
      </c:barChart>
      <c:catAx>
        <c:axId val="14872795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87281472"/>
        <c:crosses val="autoZero"/>
        <c:auto val="1"/>
        <c:lblAlgn val="ctr"/>
        <c:lblOffset val="100"/>
        <c:noMultiLvlLbl val="0"/>
      </c:catAx>
      <c:valAx>
        <c:axId val="14872814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87279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7a46d23-970a-4d91-8623-ef4a3826cbf6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83099-E356-4B84-9424-4E20FEAA9C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F8707-0E06-4C40-B833-8957433910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3F8707-0E06-4C40-B833-8957433910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3F8707-0E06-4C40-B833-8957433910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大白条"/>
          <p:cNvSpPr/>
          <p:nvPr/>
        </p:nvSpPr>
        <p:spPr>
          <a:xfrm>
            <a:off x="339147" y="1917435"/>
            <a:ext cx="11513706" cy="3023130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配图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203" b="50494"/>
          <a:stretch>
            <a:fillRect/>
          </a:stretch>
        </p:blipFill>
        <p:spPr>
          <a:xfrm>
            <a:off x="7296789" y="1656966"/>
            <a:ext cx="4556064" cy="3283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210432" y="1722074"/>
            <a:ext cx="7218280" cy="3023130"/>
          </a:xfrm>
        </p:spPr>
        <p:txBody>
          <a:bodyPr>
            <a:noAutofit/>
          </a:bodyPr>
          <a:lstStyle/>
          <a:p>
            <a:r>
              <a:rPr lang="zh-CN" altLang="en-US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暨南大学</a:t>
            </a:r>
            <a:br>
              <a:rPr lang="en-US" altLang="zh-CN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r>
              <a:rPr lang="zh-CN" altLang="en-US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汇报</a:t>
            </a:r>
            <a:r>
              <a:rPr lang="en-US" altLang="zh-CN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PPT</a:t>
            </a:r>
            <a:r>
              <a:rPr lang="zh-CN" altLang="en-US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模板</a:t>
            </a:r>
            <a:endParaRPr lang="zh-CN" altLang="en-US" sz="8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/>
          <p:cNvSpPr>
            <a:spLocks noGrp="1"/>
          </p:cNvSpPr>
          <p:nvPr>
            <p:ph type="subTitle" idx="1"/>
          </p:nvPr>
        </p:nvSpPr>
        <p:spPr>
          <a:xfrm>
            <a:off x="5757566" y="5324559"/>
            <a:ext cx="4874697" cy="1431509"/>
          </a:xfrm>
        </p:spPr>
        <p:txBody>
          <a:bodyPr>
            <a:noAutofit/>
          </a:bodyPr>
          <a:lstStyle/>
          <a:p>
            <a:r>
              <a:rPr lang="zh-CN" altLang="en-US" sz="4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sz="4800" b="1" dirty="0" err="1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JNUer</a:t>
            </a:r>
            <a:endParaRPr lang="en-US" altLang="zh-CN" sz="4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867778" y="641427"/>
            <a:ext cx="2985075" cy="868013"/>
          </a:xfrm>
        </p:spPr>
        <p:txBody>
          <a:bodyPr>
            <a:noAutofit/>
          </a:bodyPr>
          <a:lstStyle/>
          <a:p>
            <a:r>
              <a:rPr lang="zh-CN" altLang="en-US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目录</a:t>
            </a: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/>
          <p:cNvSpPr>
            <a:spLocks noGrp="1"/>
          </p:cNvSpPr>
          <p:nvPr>
            <p:ph type="subTitle" idx="1"/>
          </p:nvPr>
        </p:nvSpPr>
        <p:spPr>
          <a:xfrm>
            <a:off x="83781" y="463000"/>
            <a:ext cx="2141670" cy="921606"/>
          </a:xfrm>
        </p:spPr>
        <p:txBody>
          <a:bodyPr>
            <a:no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!!配图"/>
          <p:cNvPicPr/>
          <p:nvPr/>
        </p:nvPicPr>
        <p:blipFill>
          <a:blip r:embed="rId1">
            <a:alphaModFix amt="8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76" b="25977"/>
          <a:stretch>
            <a:fillRect/>
          </a:stretch>
        </p:blipFill>
        <p:spPr>
          <a:xfrm>
            <a:off x="7615345" y="3612136"/>
            <a:ext cx="4237508" cy="2950814"/>
          </a:xfrm>
          <a:prstGeom prst="rect">
            <a:avLst/>
          </a:prstGeom>
          <a:gradFill>
            <a:gsLst>
              <a:gs pos="0">
                <a:schemeClr val="bg1"/>
              </a:gs>
              <a:gs pos="64000">
                <a:srgbClr val="A1BEC2"/>
              </a:gs>
              <a:gs pos="100000">
                <a:srgbClr val="145D68"/>
              </a:gs>
            </a:gsLst>
            <a:lin ang="5400000" scaled="1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766357" y="1615400"/>
            <a:ext cx="1503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6357" y="2810179"/>
            <a:ext cx="1503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4115" y="4040272"/>
            <a:ext cx="1503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7"/>
          <p:cNvSpPr txBox="1"/>
          <p:nvPr/>
        </p:nvSpPr>
        <p:spPr>
          <a:xfrm>
            <a:off x="835528" y="5328991"/>
            <a:ext cx="1503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!!标签1"/>
          <p:cNvSpPr/>
          <p:nvPr/>
        </p:nvSpPr>
        <p:spPr>
          <a:xfrm>
            <a:off x="1587300" y="369157"/>
            <a:ext cx="5848545" cy="815900"/>
          </a:xfrm>
          <a:prstGeom prst="snip2Diag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背景意义</a:t>
            </a:r>
            <a:endParaRPr lang="zh-CN" altLang="en-US" sz="32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!!标签2"/>
          <p:cNvSpPr/>
          <p:nvPr/>
        </p:nvSpPr>
        <p:spPr>
          <a:xfrm>
            <a:off x="1587299" y="1589668"/>
            <a:ext cx="5848545" cy="815900"/>
          </a:xfrm>
          <a:prstGeom prst="snip2Diag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  <a:endParaRPr lang="zh-CN" altLang="en-US" sz="32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!!标签3"/>
          <p:cNvSpPr/>
          <p:nvPr/>
        </p:nvSpPr>
        <p:spPr>
          <a:xfrm>
            <a:off x="1587301" y="2817561"/>
            <a:ext cx="5848545" cy="815900"/>
          </a:xfrm>
          <a:prstGeom prst="snip2Diag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lang="zh-CN" altLang="en-US" sz="32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!!标签4"/>
          <p:cNvSpPr/>
          <p:nvPr/>
        </p:nvSpPr>
        <p:spPr>
          <a:xfrm>
            <a:off x="1555887" y="4047820"/>
            <a:ext cx="5848545" cy="815900"/>
          </a:xfrm>
          <a:prstGeom prst="snip2Diag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成果展示</a:t>
            </a:r>
            <a:endParaRPr lang="zh-CN" altLang="en-US" sz="32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!!标签5"/>
          <p:cNvSpPr/>
          <p:nvPr/>
        </p:nvSpPr>
        <p:spPr>
          <a:xfrm>
            <a:off x="1587302" y="5304000"/>
            <a:ext cx="5848545" cy="815900"/>
          </a:xfrm>
          <a:prstGeom prst="snip2Diag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总结致谢</a:t>
            </a:r>
            <a:endParaRPr lang="zh-CN" altLang="en-US" sz="32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4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rgbClr val="145D68"/>
                </a:solidFill>
                <a:latin typeface="微软黑体"/>
              </a:rPr>
              <a:t>二</a:t>
            </a:r>
            <a:endParaRPr lang="zh-CN" altLang="en-US" sz="4800" b="1" dirty="0">
              <a:solidFill>
                <a:srgbClr val="145D68"/>
              </a:solidFill>
              <a:latin typeface="微软黑体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rgbClr val="145D68"/>
                </a:solidFill>
                <a:latin typeface="微软黑体"/>
              </a:rPr>
              <a:t>三</a:t>
            </a:r>
            <a:endParaRPr lang="zh-CN" altLang="en-US" sz="4800" b="1" dirty="0">
              <a:solidFill>
                <a:srgbClr val="145D68"/>
              </a:solidFill>
              <a:latin typeface="微软黑体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rgbClr val="145D68"/>
                </a:solidFill>
                <a:latin typeface="微软黑体"/>
              </a:rPr>
              <a:t>四</a:t>
            </a:r>
            <a:endParaRPr lang="zh-CN" altLang="en-US" sz="4800" b="1" dirty="0">
              <a:solidFill>
                <a:srgbClr val="145D68"/>
              </a:solidFill>
              <a:latin typeface="微软黑体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rgbClr val="145D68"/>
                </a:solidFill>
                <a:latin typeface="微软黑体"/>
              </a:rPr>
              <a:t>五</a:t>
            </a:r>
            <a:endParaRPr lang="zh-CN" altLang="en-US" sz="4800" b="1" dirty="0">
              <a:solidFill>
                <a:srgbClr val="145D68"/>
              </a:solidFill>
              <a:latin typeface="微软黑体"/>
            </a:endParaRPr>
          </a:p>
        </p:txBody>
      </p:sp>
      <p:sp>
        <p:nvSpPr>
          <p:cNvPr id="4" name="!!配图"/>
          <p:cNvSpPr/>
          <p:nvPr/>
        </p:nvSpPr>
        <p:spPr>
          <a:xfrm>
            <a:off x="7210358" y="3620825"/>
            <a:ext cx="3974819" cy="1706292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!!标签1"/>
          <p:cNvSpPr/>
          <p:nvPr/>
        </p:nvSpPr>
        <p:spPr>
          <a:xfrm>
            <a:off x="3420325" y="1353025"/>
            <a:ext cx="6244714" cy="3199155"/>
          </a:xfrm>
          <a:prstGeom prst="rect">
            <a:avLst/>
          </a:prstGeom>
          <a:solidFill>
            <a:schemeClr val="bg1"/>
          </a:solidFill>
          <a:ln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rgbClr val="145D68"/>
                </a:solidFill>
                <a:latin typeface="微软黑体"/>
              </a:rPr>
              <a:t>一 背景意义</a:t>
            </a:r>
            <a:endParaRPr lang="zh-CN" altLang="en-US" sz="4800" b="1" dirty="0">
              <a:solidFill>
                <a:srgbClr val="145D68"/>
              </a:solidFill>
              <a:latin typeface="微软黑体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u="none" strike="noStrike" cap="none" normalizeH="0" noProof="0" dirty="0">
                <a:solidFill>
                  <a:srgbClr val="145D68"/>
                </a:solidFill>
                <a:uLnTx/>
                <a:uFillTx/>
                <a:latin typeface="微软黑体"/>
                <a:ea typeface="等线" panose="02010600030101010101" charset="-122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44455" y="2042491"/>
            <a:ext cx="2057400" cy="4252291"/>
          </a:xfrm>
          <a:prstGeom prst="rect">
            <a:avLst/>
          </a:prstGeom>
          <a:solidFill>
            <a:srgbClr val="E8EFF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145D68"/>
                </a:solidFill>
              </a:rPr>
              <a:t>请输入文本内容请输入文本内容</a:t>
            </a:r>
            <a:endParaRPr lang="zh-CN" altLang="en-US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en-US" sz="2000" b="1" dirty="0">
                <a:solidFill>
                  <a:srgbClr val="145D68"/>
                </a:solidFill>
              </a:rPr>
              <a:t>请输入文本内容</a:t>
            </a:r>
            <a:endParaRPr lang="zh-CN" altLang="en-US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en-US" sz="2000" b="1" dirty="0">
                <a:solidFill>
                  <a:srgbClr val="145D68"/>
                </a:solidFill>
              </a:rPr>
              <a:t>请输入文本内容</a:t>
            </a:r>
            <a:endParaRPr lang="zh-CN" altLang="en-US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en-US" sz="2000" b="1" dirty="0">
                <a:solidFill>
                  <a:srgbClr val="145D68"/>
                </a:solidFill>
              </a:rPr>
              <a:t>请输入文本内容</a:t>
            </a:r>
            <a:endParaRPr lang="zh-CN" altLang="en-US" sz="2000" b="1" dirty="0">
              <a:solidFill>
                <a:srgbClr val="145D68"/>
              </a:solidFill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87324" y="2042490"/>
            <a:ext cx="2057400" cy="4252291"/>
          </a:xfrm>
          <a:prstGeom prst="rect">
            <a:avLst/>
          </a:prstGeom>
          <a:solidFill>
            <a:srgbClr val="E8EFF0"/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endParaRPr lang="zh-CN" altLang="zh-CN" dirty="0">
              <a:solidFill>
                <a:schemeClr val="tx1"/>
              </a:solidFill>
              <a:effectLst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468676" y="2042490"/>
            <a:ext cx="2057400" cy="4252291"/>
          </a:xfrm>
          <a:prstGeom prst="rect">
            <a:avLst/>
          </a:prstGeom>
          <a:solidFill>
            <a:srgbClr val="E8EFF0"/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30193" y="2042490"/>
            <a:ext cx="2057400" cy="4252291"/>
          </a:xfrm>
          <a:prstGeom prst="rect">
            <a:avLst/>
          </a:prstGeom>
          <a:solidFill>
            <a:srgbClr val="E8EFF0"/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  <a:p>
            <a:pPr algn="ctr"/>
            <a:r>
              <a:rPr lang="zh-CN" altLang="zh-CN" sz="2000" b="1" dirty="0">
                <a:solidFill>
                  <a:srgbClr val="145D68"/>
                </a:solidFill>
              </a:rPr>
              <a:t>请输入文本内容</a:t>
            </a:r>
            <a:endParaRPr lang="zh-CN" altLang="zh-CN" sz="2000" b="1" dirty="0">
              <a:solidFill>
                <a:srgbClr val="145D68"/>
              </a:solidFill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2722142" y="1649625"/>
            <a:ext cx="1302026" cy="68544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请输入文本内容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9846363" y="1649624"/>
            <a:ext cx="1302026" cy="68544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请输入文本内容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7407880" y="1649624"/>
            <a:ext cx="1302026" cy="68544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请输入文本内容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065011" y="1649624"/>
            <a:ext cx="1302026" cy="68544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请输入文本内容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00307" y="351500"/>
            <a:ext cx="1515717" cy="549776"/>
          </a:xfrm>
          <a:prstGeom prst="rect">
            <a:avLst/>
          </a:prstGeom>
          <a:solidFill>
            <a:schemeClr val="bg1"/>
          </a:solidFill>
          <a:ln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613283" y="1061886"/>
            <a:ext cx="1168287" cy="440213"/>
          </a:xfrm>
          <a:prstGeom prst="rect">
            <a:avLst/>
          </a:prstGeom>
          <a:solidFill>
            <a:schemeClr val="bg1"/>
          </a:solidFill>
          <a:ln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152690" y="536713"/>
            <a:ext cx="6373385" cy="760344"/>
          </a:xfrm>
          <a:prstGeom prst="rect">
            <a:avLst/>
          </a:prstGeom>
          <a:solidFill>
            <a:schemeClr val="bg1"/>
          </a:solidFill>
          <a:ln w="38100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</a:rPr>
              <a:t>请输入文本内容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4" name="!!配图"/>
          <p:cNvSpPr/>
          <p:nvPr/>
        </p:nvSpPr>
        <p:spPr>
          <a:xfrm>
            <a:off x="7210358" y="3620825"/>
            <a:ext cx="3974819" cy="1706292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!!标签2"/>
          <p:cNvSpPr/>
          <p:nvPr/>
        </p:nvSpPr>
        <p:spPr>
          <a:xfrm>
            <a:off x="3420325" y="1353025"/>
            <a:ext cx="6244714" cy="3199155"/>
          </a:xfrm>
          <a:prstGeom prst="rect">
            <a:avLst/>
          </a:prstGeom>
          <a:solidFill>
            <a:schemeClr val="bg1"/>
          </a:solidFill>
          <a:ln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145D68"/>
                </a:solidFill>
                <a:latin typeface="微软黑体"/>
                <a:ea typeface="等线" panose="02010600030101010101" charset="-122"/>
              </a:rPr>
              <a:t>二 研究思路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5" name="!!标签1"/>
          <p:cNvSpPr/>
          <p:nvPr/>
        </p:nvSpPr>
        <p:spPr>
          <a:xfrm>
            <a:off x="650063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145D68"/>
                </a:solidFill>
                <a:latin typeface="微软黑体"/>
                <a:ea typeface="等线" panose="02010600030101010101" charset="-122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 hidden="1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16" name="要点1"/>
          <p:cNvSpPr/>
          <p:nvPr/>
        </p:nvSpPr>
        <p:spPr>
          <a:xfrm>
            <a:off x="2260671" y="1007305"/>
            <a:ext cx="271322" cy="277639"/>
          </a:xfrm>
          <a:prstGeom prst="ellipse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要点2"/>
          <p:cNvSpPr/>
          <p:nvPr/>
        </p:nvSpPr>
        <p:spPr>
          <a:xfrm>
            <a:off x="8278359" y="1007305"/>
            <a:ext cx="271322" cy="277639"/>
          </a:xfrm>
          <a:prstGeom prst="ellipse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要点3"/>
          <p:cNvSpPr/>
          <p:nvPr/>
        </p:nvSpPr>
        <p:spPr>
          <a:xfrm>
            <a:off x="2260671" y="3906538"/>
            <a:ext cx="271322" cy="277639"/>
          </a:xfrm>
          <a:prstGeom prst="ellipse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要点4"/>
          <p:cNvSpPr/>
          <p:nvPr/>
        </p:nvSpPr>
        <p:spPr>
          <a:xfrm>
            <a:off x="8278359" y="3906538"/>
            <a:ext cx="271322" cy="277639"/>
          </a:xfrm>
          <a:prstGeom prst="ellipse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最外大圆形"/>
          <p:cNvSpPr/>
          <p:nvPr/>
        </p:nvSpPr>
        <p:spPr>
          <a:xfrm>
            <a:off x="5427000" y="1758459"/>
            <a:ext cx="2932868" cy="2927222"/>
          </a:xfrm>
          <a:prstGeom prst="ellipse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中间白色圆形"/>
          <p:cNvSpPr/>
          <p:nvPr/>
        </p:nvSpPr>
        <p:spPr>
          <a:xfrm>
            <a:off x="5571269" y="1907975"/>
            <a:ext cx="2644329" cy="26281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最内圆形"/>
          <p:cNvSpPr/>
          <p:nvPr/>
        </p:nvSpPr>
        <p:spPr>
          <a:xfrm>
            <a:off x="5617308" y="1948995"/>
            <a:ext cx="2552250" cy="2546149"/>
          </a:xfrm>
          <a:prstGeom prst="ellipse">
            <a:avLst/>
          </a:prstGeom>
          <a:solidFill>
            <a:srgbClr val="6D9AA1"/>
          </a:solidFill>
          <a:ln>
            <a:solidFill>
              <a:srgbClr val="6D9A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</a:rPr>
              <a:t>请输入文本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532804" y="1284944"/>
            <a:ext cx="2702760" cy="1667484"/>
          </a:xfrm>
          <a:prstGeom prst="rect">
            <a:avLst/>
          </a:prstGeom>
          <a:solidFill>
            <a:schemeClr val="bg1"/>
          </a:solidFill>
          <a:ln w="19050"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请输入文本请输入文本请输入文本请输入文本</a:t>
            </a:r>
            <a:endParaRPr lang="zh-CN" altLang="en-US" sz="24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551304" y="1284944"/>
            <a:ext cx="2702760" cy="1667484"/>
          </a:xfrm>
          <a:prstGeom prst="rect">
            <a:avLst/>
          </a:prstGeom>
          <a:solidFill>
            <a:schemeClr val="bg1"/>
          </a:solidFill>
          <a:ln w="19050"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请输入文本请输入文本请输入文本请输入文本</a:t>
            </a:r>
            <a:endParaRPr lang="zh-CN" altLang="en-US" sz="24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532804" y="4184177"/>
            <a:ext cx="2702760" cy="1667484"/>
          </a:xfrm>
          <a:prstGeom prst="rect">
            <a:avLst/>
          </a:prstGeom>
          <a:solidFill>
            <a:schemeClr val="bg1"/>
          </a:solidFill>
          <a:ln w="19050"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请输入文本请输入文本请输入文本请输入文本</a:t>
            </a:r>
            <a:endParaRPr lang="zh-CN" altLang="en-US" sz="24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551304" y="4184177"/>
            <a:ext cx="2702760" cy="1667484"/>
          </a:xfrm>
          <a:prstGeom prst="rect">
            <a:avLst/>
          </a:prstGeom>
          <a:solidFill>
            <a:schemeClr val="bg1"/>
          </a:solidFill>
          <a:ln w="19050"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请输入文本请输入文本请输入文本请输入文本</a:t>
            </a:r>
            <a:endParaRPr lang="zh-CN" altLang="en-US" sz="24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145D68"/>
                </a:solidFill>
                <a:latin typeface="微软黑体"/>
                <a:ea typeface="等线" panose="02010600030101010101" charset="-122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4" name="!!配图"/>
          <p:cNvSpPr/>
          <p:nvPr/>
        </p:nvSpPr>
        <p:spPr>
          <a:xfrm>
            <a:off x="7210358" y="3620825"/>
            <a:ext cx="3974819" cy="1706292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!!标签3"/>
          <p:cNvSpPr/>
          <p:nvPr/>
        </p:nvSpPr>
        <p:spPr>
          <a:xfrm>
            <a:off x="3420325" y="1353025"/>
            <a:ext cx="6244714" cy="3199155"/>
          </a:xfrm>
          <a:prstGeom prst="rect">
            <a:avLst/>
          </a:prstGeom>
          <a:solidFill>
            <a:schemeClr val="bg1"/>
          </a:solidFill>
          <a:ln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145D68"/>
                </a:solidFill>
                <a:latin typeface="微软黑体"/>
                <a:ea typeface="等线" panose="02010600030101010101" charset="-122"/>
              </a:rPr>
              <a:t>三 研究方法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5" name="!!标签1"/>
          <p:cNvSpPr/>
          <p:nvPr/>
        </p:nvSpPr>
        <p:spPr>
          <a:xfrm>
            <a:off x="650063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2232397" y="3429000"/>
            <a:ext cx="9446698" cy="39855"/>
          </a:xfrm>
          <a:prstGeom prst="line">
            <a:avLst/>
          </a:prstGeom>
          <a:ln w="38100">
            <a:solidFill>
              <a:srgbClr val="145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: 对角圆角 27"/>
          <p:cNvSpPr/>
          <p:nvPr/>
        </p:nvSpPr>
        <p:spPr>
          <a:xfrm>
            <a:off x="2201720" y="542898"/>
            <a:ext cx="1652225" cy="240134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145D68"/>
                </a:solidFill>
              </a:rPr>
              <a:t>请输入文本请输入文本请输入文本请输入文本</a:t>
            </a:r>
            <a:endParaRPr lang="zh-CN" altLang="en-US" sz="2000" dirty="0">
              <a:solidFill>
                <a:srgbClr val="145D68"/>
              </a:solidFill>
            </a:endParaRPr>
          </a:p>
        </p:txBody>
      </p:sp>
      <p:sp>
        <p:nvSpPr>
          <p:cNvPr id="29" name="矩形: 对角圆角 28"/>
          <p:cNvSpPr/>
          <p:nvPr/>
        </p:nvSpPr>
        <p:spPr>
          <a:xfrm>
            <a:off x="4644874" y="3976819"/>
            <a:ext cx="1652225" cy="240134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145D68"/>
                </a:solidFill>
              </a:rPr>
              <a:t>请输入文本请输入文本请输入文本请输入文本</a:t>
            </a:r>
            <a:endParaRPr lang="zh-CN" altLang="en-US" sz="2000" dirty="0">
              <a:solidFill>
                <a:srgbClr val="145D68"/>
              </a:solidFill>
            </a:endParaRPr>
          </a:p>
        </p:txBody>
      </p:sp>
      <p:sp>
        <p:nvSpPr>
          <p:cNvPr id="30" name="矩形: 对角圆角 29"/>
          <p:cNvSpPr/>
          <p:nvPr/>
        </p:nvSpPr>
        <p:spPr>
          <a:xfrm>
            <a:off x="7088029" y="542898"/>
            <a:ext cx="1652225" cy="240134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145D68"/>
                </a:solidFill>
              </a:rPr>
              <a:t>请输入文本请输入文本请输入文本请输入文本</a:t>
            </a:r>
            <a:endParaRPr lang="zh-CN" altLang="en-US" sz="2000" dirty="0">
              <a:solidFill>
                <a:srgbClr val="145D68"/>
              </a:solidFill>
            </a:endParaRPr>
          </a:p>
        </p:txBody>
      </p:sp>
      <p:sp>
        <p:nvSpPr>
          <p:cNvPr id="31" name="矩形: 对角圆角 30"/>
          <p:cNvSpPr/>
          <p:nvPr/>
        </p:nvSpPr>
        <p:spPr>
          <a:xfrm>
            <a:off x="9531184" y="3976818"/>
            <a:ext cx="1652225" cy="240134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145D68"/>
                </a:solidFill>
              </a:rPr>
              <a:t>请输入文本请输入文本请输入文本请输入文本</a:t>
            </a:r>
            <a:endParaRPr lang="zh-CN" altLang="en-US" sz="2000" dirty="0">
              <a:solidFill>
                <a:srgbClr val="145D68"/>
              </a:solidFill>
            </a:endParaRPr>
          </a:p>
        </p:txBody>
      </p:sp>
      <p:sp>
        <p:nvSpPr>
          <p:cNvPr id="36" name="矩形: 剪去对角 35"/>
          <p:cNvSpPr/>
          <p:nvPr/>
        </p:nvSpPr>
        <p:spPr>
          <a:xfrm>
            <a:off x="2402820" y="3105826"/>
            <a:ext cx="1250026" cy="726058"/>
          </a:xfrm>
          <a:prstGeom prst="snip2DiagRect">
            <a:avLst>
              <a:gd name="adj1" fmla="val 16574"/>
              <a:gd name="adj2" fmla="val 16667"/>
            </a:avLst>
          </a:prstGeom>
          <a:solidFill>
            <a:schemeClr val="bg1"/>
          </a:solidFill>
          <a:ln w="28575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</a:t>
            </a:r>
            <a:endParaRPr lang="zh-CN" altLang="en-US" sz="20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剪去对角 36"/>
          <p:cNvSpPr/>
          <p:nvPr/>
        </p:nvSpPr>
        <p:spPr>
          <a:xfrm>
            <a:off x="4845974" y="3105826"/>
            <a:ext cx="1250026" cy="726058"/>
          </a:xfrm>
          <a:prstGeom prst="snip2DiagRect">
            <a:avLst>
              <a:gd name="adj1" fmla="val 16574"/>
              <a:gd name="adj2" fmla="val 16667"/>
            </a:avLst>
          </a:prstGeom>
          <a:solidFill>
            <a:schemeClr val="bg1"/>
          </a:solidFill>
          <a:ln w="28575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</a:t>
            </a:r>
            <a:endParaRPr lang="zh-CN" altLang="en-US" sz="20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剪去对角 37"/>
          <p:cNvSpPr/>
          <p:nvPr/>
        </p:nvSpPr>
        <p:spPr>
          <a:xfrm>
            <a:off x="9732284" y="3065971"/>
            <a:ext cx="1250026" cy="726058"/>
          </a:xfrm>
          <a:prstGeom prst="snip2DiagRect">
            <a:avLst>
              <a:gd name="adj1" fmla="val 16574"/>
              <a:gd name="adj2" fmla="val 16667"/>
            </a:avLst>
          </a:prstGeom>
          <a:solidFill>
            <a:schemeClr val="bg1"/>
          </a:solidFill>
          <a:ln w="28575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</a:t>
            </a:r>
            <a:endParaRPr lang="zh-CN" altLang="en-US" sz="20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剪去对角 38"/>
          <p:cNvSpPr/>
          <p:nvPr/>
        </p:nvSpPr>
        <p:spPr>
          <a:xfrm>
            <a:off x="7289130" y="3065971"/>
            <a:ext cx="1250026" cy="726058"/>
          </a:xfrm>
          <a:prstGeom prst="snip2DiagRect">
            <a:avLst>
              <a:gd name="adj1" fmla="val 16574"/>
              <a:gd name="adj2" fmla="val 16667"/>
            </a:avLst>
          </a:prstGeom>
          <a:solidFill>
            <a:schemeClr val="bg1"/>
          </a:solidFill>
          <a:ln w="28575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</a:t>
            </a:r>
            <a:endParaRPr lang="zh-CN" altLang="en-US" sz="20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/>
          <p:cNvCxnSpPr>
            <a:stCxn id="28" idx="1"/>
            <a:endCxn id="36" idx="3"/>
          </p:cNvCxnSpPr>
          <p:nvPr/>
        </p:nvCxnSpPr>
        <p:spPr>
          <a:xfrm flipH="1">
            <a:off x="3027832" y="2944239"/>
            <a:ext cx="1" cy="121732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endCxn id="29" idx="3"/>
          </p:cNvCxnSpPr>
          <p:nvPr/>
        </p:nvCxnSpPr>
        <p:spPr>
          <a:xfrm>
            <a:off x="5470986" y="3831884"/>
            <a:ext cx="1" cy="14493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endCxn id="39" idx="3"/>
          </p:cNvCxnSpPr>
          <p:nvPr/>
        </p:nvCxnSpPr>
        <p:spPr>
          <a:xfrm>
            <a:off x="7914142" y="2944239"/>
            <a:ext cx="0" cy="121732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38" idx="1"/>
            <a:endCxn id="31" idx="3"/>
          </p:cNvCxnSpPr>
          <p:nvPr/>
        </p:nvCxnSpPr>
        <p:spPr>
          <a:xfrm>
            <a:off x="10357297" y="3792029"/>
            <a:ext cx="0" cy="18478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4" name="!!配图"/>
          <p:cNvSpPr/>
          <p:nvPr/>
        </p:nvSpPr>
        <p:spPr>
          <a:xfrm>
            <a:off x="7210358" y="3620825"/>
            <a:ext cx="3974819" cy="1706292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!!标签4"/>
          <p:cNvSpPr/>
          <p:nvPr/>
        </p:nvSpPr>
        <p:spPr>
          <a:xfrm>
            <a:off x="3420325" y="1353025"/>
            <a:ext cx="6244714" cy="3199155"/>
          </a:xfrm>
          <a:prstGeom prst="rect">
            <a:avLst/>
          </a:prstGeom>
          <a:solidFill>
            <a:schemeClr val="bg1"/>
          </a:solidFill>
          <a:ln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 成果展示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5" name="!!标签1"/>
          <p:cNvSpPr/>
          <p:nvPr/>
        </p:nvSpPr>
        <p:spPr>
          <a:xfrm>
            <a:off x="645270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145D68"/>
                </a:solidFill>
                <a:latin typeface="微软黑体"/>
                <a:ea typeface="等线" panose="02010600030101010101" charset="-122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7892224" y="1141423"/>
          <a:ext cx="3957482" cy="4439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507107" y="313503"/>
            <a:ext cx="1645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b="1" dirty="0">
              <a:solidFill>
                <a:srgbClr val="6D9A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  <a:endParaRPr lang="zh-CN" altLang="en-US" sz="2000" b="1" dirty="0">
              <a:solidFill>
                <a:srgbClr val="6D9A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07107" y="1544346"/>
            <a:ext cx="1579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b="1" dirty="0">
              <a:solidFill>
                <a:srgbClr val="6D9A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  <a:endParaRPr lang="zh-CN" altLang="en-US" sz="2000" b="1" dirty="0">
              <a:solidFill>
                <a:srgbClr val="6D9A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28235" y="311346"/>
            <a:ext cx="1645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b="1" dirty="0">
              <a:solidFill>
                <a:srgbClr val="6D9A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  <a:endParaRPr lang="zh-CN" altLang="en-US" sz="2000" b="1" dirty="0">
              <a:solidFill>
                <a:srgbClr val="6D9A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28235" y="1544346"/>
            <a:ext cx="1645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b="1" dirty="0">
              <a:solidFill>
                <a:srgbClr val="6D9A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6D9A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  <a:endParaRPr lang="zh-CN" altLang="en-US" sz="2000" b="1" dirty="0">
              <a:solidFill>
                <a:srgbClr val="6D9A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49969" y="3217735"/>
            <a:ext cx="5051272" cy="1174379"/>
          </a:xfrm>
          <a:prstGeom prst="rect">
            <a:avLst/>
          </a:prstGeom>
          <a:solidFill>
            <a:schemeClr val="bg1"/>
          </a:solidFill>
          <a:ln w="28575">
            <a:solidFill>
              <a:srgbClr val="6D9A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000" dirty="0">
              <a:solidFill>
                <a:srgbClr val="3A778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49969" y="4918216"/>
            <a:ext cx="5051272" cy="1174379"/>
          </a:xfrm>
          <a:prstGeom prst="rect">
            <a:avLst/>
          </a:prstGeom>
          <a:solidFill>
            <a:schemeClr val="bg1"/>
          </a:solidFill>
          <a:ln w="28575">
            <a:solidFill>
              <a:srgbClr val="6D9A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344455" y="2739627"/>
            <a:ext cx="172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145D68"/>
                </a:solidFill>
              </a:rPr>
              <a:t>结论</a:t>
            </a:r>
            <a:r>
              <a:rPr lang="en-US" altLang="zh-CN" sz="2400" b="1" dirty="0">
                <a:solidFill>
                  <a:srgbClr val="145D68"/>
                </a:solidFill>
              </a:rPr>
              <a:t>1</a:t>
            </a:r>
            <a:endParaRPr lang="zh-CN" altLang="en-US" sz="2400" b="1" dirty="0">
              <a:solidFill>
                <a:srgbClr val="145D68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344455" y="4446208"/>
            <a:ext cx="172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145D68"/>
                </a:solidFill>
              </a:rPr>
              <a:t>结论</a:t>
            </a:r>
            <a:r>
              <a:rPr lang="en-US" altLang="zh-CN" sz="2400" b="1" dirty="0">
                <a:solidFill>
                  <a:srgbClr val="145D68"/>
                </a:solidFill>
              </a:rPr>
              <a:t>2</a:t>
            </a:r>
            <a:endParaRPr lang="zh-CN" altLang="en-US" sz="2400" b="1" dirty="0">
              <a:solidFill>
                <a:srgbClr val="145D68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49969" y="3435717"/>
            <a:ext cx="505127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A77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  <a:endParaRPr lang="zh-CN" altLang="en-US" sz="2000" dirty="0">
              <a:solidFill>
                <a:srgbClr val="3A77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rgbClr val="3A77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  <a:endParaRPr lang="zh-CN" altLang="en-US" sz="2000" dirty="0">
              <a:solidFill>
                <a:srgbClr val="3A77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2446822" y="5139092"/>
            <a:ext cx="505127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A77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  <a:endParaRPr lang="zh-CN" altLang="en-US" sz="2000" dirty="0">
              <a:solidFill>
                <a:srgbClr val="3A77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rgbClr val="3A77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  <a:endParaRPr lang="zh-CN" altLang="en-US" sz="2000" dirty="0">
              <a:solidFill>
                <a:srgbClr val="3A77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145D68"/>
                </a:solidFill>
                <a:latin typeface="微软黑体"/>
                <a:ea typeface="等线" panose="02010600030101010101" charset="-122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4" name="!!配图"/>
          <p:cNvSpPr/>
          <p:nvPr/>
        </p:nvSpPr>
        <p:spPr>
          <a:xfrm>
            <a:off x="7210358" y="3620825"/>
            <a:ext cx="3974819" cy="1706292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!!标签5"/>
          <p:cNvSpPr/>
          <p:nvPr/>
        </p:nvSpPr>
        <p:spPr>
          <a:xfrm>
            <a:off x="3420325" y="1353025"/>
            <a:ext cx="6244714" cy="3199155"/>
          </a:xfrm>
          <a:prstGeom prst="rect">
            <a:avLst/>
          </a:prstGeom>
          <a:solidFill>
            <a:schemeClr val="bg1"/>
          </a:solidFill>
          <a:ln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145D68"/>
                </a:solidFill>
                <a:latin typeface="微软黑体"/>
                <a:ea typeface="等线" panose="02010600030101010101" charset="-122"/>
              </a:rPr>
              <a:t>五 总结致谢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5" name="!!标签1"/>
          <p:cNvSpPr/>
          <p:nvPr/>
        </p:nvSpPr>
        <p:spPr>
          <a:xfrm>
            <a:off x="645270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标签1"/>
          <p:cNvSpPr/>
          <p:nvPr/>
        </p:nvSpPr>
        <p:spPr>
          <a:xfrm>
            <a:off x="665924" y="413238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0" name="!!标签2"/>
          <p:cNvSpPr/>
          <p:nvPr/>
        </p:nvSpPr>
        <p:spPr>
          <a:xfrm>
            <a:off x="665924" y="1584399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!!标签3"/>
          <p:cNvSpPr/>
          <p:nvPr/>
        </p:nvSpPr>
        <p:spPr>
          <a:xfrm>
            <a:off x="665924" y="2755560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2" name="!!标签4"/>
          <p:cNvSpPr/>
          <p:nvPr/>
        </p:nvSpPr>
        <p:spPr>
          <a:xfrm>
            <a:off x="665924" y="3926721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sp>
        <p:nvSpPr>
          <p:cNvPr id="23" name="!!标签5"/>
          <p:cNvSpPr/>
          <p:nvPr/>
        </p:nvSpPr>
        <p:spPr>
          <a:xfrm>
            <a:off x="665924" y="5097882"/>
            <a:ext cx="1393062" cy="81590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黑体"/>
                <a:ea typeface="等线" panose="02010600030101010101" charset="-122"/>
                <a:cs typeface="+mn-cs"/>
              </a:rPr>
              <a:t>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黑体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/>
          <p:nvPr/>
        </p:nvPicPr>
        <p:blipFill>
          <a:blip r:embed="rId1">
            <a:alphaModFix amt="9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4" t="19308" r="32385" b="10438"/>
          <a:stretch>
            <a:fillRect/>
          </a:stretch>
        </p:blipFill>
        <p:spPr>
          <a:xfrm>
            <a:off x="8137128" y="989325"/>
            <a:ext cx="3588231" cy="4817943"/>
          </a:xfrm>
          <a:prstGeom prst="rect">
            <a:avLst/>
          </a:prstGeom>
          <a:effectLst>
            <a:glow rad="139700">
              <a:srgbClr val="6D9AA1">
                <a:alpha val="39000"/>
              </a:srgbClr>
            </a:glow>
          </a:effectLst>
        </p:spPr>
      </p:pic>
      <p:sp>
        <p:nvSpPr>
          <p:cNvPr id="7" name="矩形 6"/>
          <p:cNvSpPr/>
          <p:nvPr/>
        </p:nvSpPr>
        <p:spPr>
          <a:xfrm>
            <a:off x="2832666" y="1229139"/>
            <a:ext cx="4881003" cy="510658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45D68"/>
              </a:gs>
              <a:gs pos="76000">
                <a:srgbClr val="145D68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579301" y="984234"/>
            <a:ext cx="4802640" cy="5106589"/>
          </a:xfrm>
          <a:prstGeom prst="rect">
            <a:avLst/>
          </a:prstGeom>
          <a:solidFill>
            <a:schemeClr val="bg1"/>
          </a:solidFill>
          <a:ln w="38100">
            <a:solidFill>
              <a:srgbClr val="145D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5D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请输入文本请输入文本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5D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23081" y="522272"/>
            <a:ext cx="2481738" cy="825560"/>
          </a:xfrm>
          <a:prstGeom prst="rect">
            <a:avLst/>
          </a:prstGeom>
          <a:solidFill>
            <a:schemeClr val="bg1"/>
          </a:solidFill>
          <a:ln>
            <a:solidFill>
              <a:srgbClr val="E8EF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</a:t>
            </a:r>
            <a:endParaRPr lang="zh-CN" altLang="en-US" sz="32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8" name="图片 7"/>
          <p:cNvPicPr/>
          <p:nvPr/>
        </p:nvPicPr>
        <p:blipFill>
          <a:blip r:embed="rId1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03" b="51293"/>
          <a:stretch>
            <a:fillRect/>
          </a:stretch>
        </p:blipFill>
        <p:spPr>
          <a:xfrm>
            <a:off x="339147" y="295050"/>
            <a:ext cx="11513706" cy="6267900"/>
          </a:xfrm>
          <a:prstGeom prst="rect">
            <a:avLst/>
          </a:prstGeom>
        </p:spPr>
      </p:pic>
      <p:sp>
        <p:nvSpPr>
          <p:cNvPr id="2" name="大标题"/>
          <p:cNvSpPr>
            <a:spLocks noGrp="1"/>
          </p:cNvSpPr>
          <p:nvPr>
            <p:ph type="ctrTitle"/>
          </p:nvPr>
        </p:nvSpPr>
        <p:spPr>
          <a:xfrm>
            <a:off x="8487350" y="641427"/>
            <a:ext cx="3365503" cy="868013"/>
          </a:xfrm>
        </p:spPr>
        <p:txBody>
          <a:bodyPr>
            <a:noAutofit/>
          </a:bodyPr>
          <a:lstStyle/>
          <a:p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lang="en-US" altLang="zh-CN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JNUer" hidden="1"/>
          <p:cNvSpPr>
            <a:spLocks noGrp="1"/>
          </p:cNvSpPr>
          <p:nvPr>
            <p:ph type="subTitle" idx="1"/>
          </p:nvPr>
        </p:nvSpPr>
        <p:spPr>
          <a:xfrm>
            <a:off x="83780" y="859168"/>
            <a:ext cx="2364847" cy="525438"/>
          </a:xfrm>
        </p:spPr>
        <p:txBody>
          <a:bodyPr>
            <a:noAutofit/>
          </a:bodyPr>
          <a:lstStyle/>
          <a:p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30926" y="2028616"/>
            <a:ext cx="913014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b="1" dirty="0">
                <a:solidFill>
                  <a:srgbClr val="145D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本次汇报到此结束，感谢倾听！</a:t>
            </a:r>
            <a:endParaRPr lang="zh-CN" altLang="en-US" sz="8800" b="1" dirty="0">
              <a:solidFill>
                <a:srgbClr val="145D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OPFI-MACHINEIDS" val="[&quot;794b5ff4fb56775a951fd9c4c470bd8de9d6f496db05c9174a7bc2b277b1349a&quot;]"/>
  <p:tag name="OPFI-USERIDS" val="[&quot;d0d1cc4e-7e69-e099-61b1-3a206451895f&quot;]"/>
  <p:tag name="OPFI" val="{&quot;ThemeFontContent-508&quot;:{&quot;cnName&quot;:&quot;微软雅黑&quot;,&quot;enName&quot;:&quot;Microsoft YaHei&quot;,&quot;id&quot;:&quot;ThemeFontContent-508&quot;,&quot;paymentType&quot;:0,&quot;isSystemFont&quot;:true,&quot;name&quot;:&quot;微软雅黑&quot;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WPS 演示</Application>
  <PresentationFormat>宽屏</PresentationFormat>
  <Paragraphs>309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Calibri</vt:lpstr>
      <vt:lpstr>等线</vt:lpstr>
      <vt:lpstr>微软黑体</vt:lpstr>
      <vt:lpstr>黑体</vt:lpstr>
      <vt:lpstr>Arial Unicode MS</vt:lpstr>
      <vt:lpstr>等线 Light</vt:lpstr>
      <vt:lpstr>微软黑体</vt:lpstr>
      <vt:lpstr>方正大黑体_GBK</vt:lpstr>
      <vt:lpstr>Office 主题​​</vt:lpstr>
      <vt:lpstr>暨南大学 汇报PPT模板</vt:lpstr>
      <vt:lpstr>目录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2026-04-03T18:04:00Z</dcterms:created>
  <dcterms:modified xsi:type="dcterms:W3CDTF">2026-04-10T10:43:31Z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DD9224A78C484E3AB5124F86048AACC9_13</vt:lpwstr>
  </property>
  <property fmtid="{D5CDD505-2E9C-101B-9397-08002B2CF9AE}" pid="3" name="KSOProductBuildVer">
    <vt:lpwstr>2052-12.1.0.25225</vt:lpwstr>
  </property>
</Properties>
</file>