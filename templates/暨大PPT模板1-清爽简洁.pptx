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62" r:id="rId2"/>
    <p:sldId id="256" r:id="rId3"/>
    <p:sldId id="258" r:id="rId4"/>
    <p:sldId id="259" r:id="rId5"/>
    <p:sldId id="257" r:id="rId6"/>
    <p:sldId id="263" r:id="rId7"/>
    <p:sldId id="264"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45658"/>
    <a:srgbClr val="FEE492"/>
    <a:srgbClr val="F0CA69"/>
    <a:srgbClr val="D6A243"/>
    <a:srgbClr val="1879C7"/>
    <a:srgbClr val="1A72C5"/>
    <a:srgbClr val="94A9CC"/>
    <a:srgbClr val="2350BA"/>
    <a:srgbClr val="95A9C8"/>
    <a:srgbClr val="F7D57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2803" autoAdjust="0"/>
    <p:restoredTop sz="94660"/>
  </p:normalViewPr>
  <p:slideViewPr>
    <p:cSldViewPr snapToGrid="0">
      <p:cViewPr>
        <p:scale>
          <a:sx n="125" d="100"/>
          <a:sy n="125" d="100"/>
        </p:scale>
        <p:origin x="-868" y="-404"/>
      </p:cViewPr>
      <p:guideLst/>
    </p:cSldViewPr>
  </p:slideViewPr>
  <p:notesTextViewPr>
    <p:cViewPr>
      <p:scale>
        <a:sx n="1" d="1"/>
        <a:sy n="1" d="1"/>
      </p:scale>
      <p:origin x="0" y="0"/>
    </p:cViewPr>
  </p:notesTextViewPr>
  <p:sorterViewPr>
    <p:cViewPr>
      <p:scale>
        <a:sx n="190" d="100"/>
        <a:sy n="19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gradFill>
              <a:gsLst>
                <a:gs pos="91400">
                  <a:srgbClr val="798FB2"/>
                </a:gs>
                <a:gs pos="0">
                  <a:schemeClr val="accent1">
                    <a:lumMod val="20000"/>
                    <a:lumOff val="80000"/>
                  </a:schemeClr>
                </a:gs>
              </a:gsLst>
              <a:lin ang="5400000" scaled="0"/>
            </a:gradFill>
            <a:ln>
              <a:noFill/>
            </a:ln>
            <a:effectLst>
              <a:outerShdw blurRad="50800" dist="38100" algn="l" rotWithShape="0">
                <a:prstClr val="black">
                  <a:alpha val="40000"/>
                </a:prstClr>
              </a:outerShdw>
            </a:effectLst>
          </c:spPr>
          <c:dPt>
            <c:idx val="0"/>
            <c:bubble3D val="0"/>
            <c:spPr>
              <a:gradFill>
                <a:gsLst>
                  <a:gs pos="91000">
                    <a:srgbClr val="1879C7"/>
                  </a:gs>
                  <a:gs pos="64000">
                    <a:schemeClr val="accent5">
                      <a:lumMod val="75000"/>
                    </a:schemeClr>
                  </a:gs>
                  <a:gs pos="0">
                    <a:schemeClr val="accent1">
                      <a:lumMod val="60000"/>
                      <a:lumOff val="40000"/>
                    </a:schemeClr>
                  </a:gs>
                </a:gsLst>
                <a:lin ang="5400000" scaled="0"/>
              </a:gradFill>
              <a:ln w="19050">
                <a:noFill/>
              </a:ln>
              <a:effectLst>
                <a:outerShdw blurRad="50800" dist="38100" algn="l" rotWithShape="0">
                  <a:prstClr val="black">
                    <a:alpha val="40000"/>
                  </a:prstClr>
                </a:outerShdw>
              </a:effectLst>
            </c:spPr>
            <c:extLst>
              <c:ext xmlns:c16="http://schemas.microsoft.com/office/drawing/2014/chart" uri="{C3380CC4-5D6E-409C-BE32-E72D297353CC}">
                <c16:uniqueId val="{00000001-82F5-468D-85D4-3220509F943A}"/>
              </c:ext>
            </c:extLst>
          </c:dPt>
          <c:dPt>
            <c:idx val="1"/>
            <c:bubble3D val="0"/>
            <c:spPr>
              <a:gradFill>
                <a:gsLst>
                  <a:gs pos="91400">
                    <a:srgbClr val="94A9CC"/>
                  </a:gs>
                  <a:gs pos="0">
                    <a:schemeClr val="tx2">
                      <a:lumMod val="20000"/>
                      <a:lumOff val="80000"/>
                    </a:schemeClr>
                  </a:gs>
                </a:gsLst>
                <a:lin ang="5400000" scaled="0"/>
              </a:gradFill>
              <a:ln w="19050">
                <a:noFill/>
              </a:ln>
              <a:effectLst>
                <a:outerShdw blurRad="50800" dist="38100" algn="l" rotWithShape="0">
                  <a:prstClr val="black">
                    <a:alpha val="40000"/>
                  </a:prstClr>
                </a:outerShdw>
              </a:effectLst>
            </c:spPr>
            <c:extLst>
              <c:ext xmlns:c16="http://schemas.microsoft.com/office/drawing/2014/chart" uri="{C3380CC4-5D6E-409C-BE32-E72D297353CC}">
                <c16:uniqueId val="{00000003-82F5-468D-85D4-3220509F943A}"/>
              </c:ext>
            </c:extLst>
          </c:dPt>
          <c:dPt>
            <c:idx val="2"/>
            <c:bubble3D val="0"/>
            <c:spPr>
              <a:gradFill>
                <a:gsLst>
                  <a:gs pos="84000">
                    <a:srgbClr val="D6A243"/>
                  </a:gs>
                  <a:gs pos="39000">
                    <a:srgbClr val="F0CA69"/>
                  </a:gs>
                </a:gsLst>
                <a:lin ang="21594000" scaled="0"/>
              </a:gradFill>
              <a:ln w="19050">
                <a:noFill/>
              </a:ln>
              <a:effectLst>
                <a:outerShdw blurRad="50800" dist="38100" algn="l" rotWithShape="0">
                  <a:prstClr val="black">
                    <a:alpha val="40000"/>
                  </a:prstClr>
                </a:outerShdw>
              </a:effectLst>
            </c:spPr>
            <c:extLst>
              <c:ext xmlns:c16="http://schemas.microsoft.com/office/drawing/2014/chart" uri="{C3380CC4-5D6E-409C-BE32-E72D297353CC}">
                <c16:uniqueId val="{00000004-82F5-468D-85D4-3220509F943A}"/>
              </c:ext>
            </c:extLst>
          </c:dPt>
          <c:cat>
            <c:strRef>
              <c:f>Sheet1!$A$2:$A$4</c:f>
              <c:strCache>
                <c:ptCount val="3"/>
                <c:pt idx="0">
                  <c:v>第一季度</c:v>
                </c:pt>
                <c:pt idx="1">
                  <c:v>第二季度</c:v>
                </c:pt>
                <c:pt idx="2">
                  <c:v>第四季度</c:v>
                </c:pt>
              </c:strCache>
            </c:strRef>
          </c:cat>
          <c:val>
            <c:numRef>
              <c:f>Sheet1!$B$2:$B$4</c:f>
              <c:numCache>
                <c:formatCode>General</c:formatCode>
                <c:ptCount val="3"/>
                <c:pt idx="0">
                  <c:v>8.1999999999999993</c:v>
                </c:pt>
                <c:pt idx="1">
                  <c:v>3.2</c:v>
                </c:pt>
                <c:pt idx="2">
                  <c:v>1.2</c:v>
                </c:pt>
              </c:numCache>
            </c:numRef>
          </c:val>
          <c:extLst>
            <c:ext xmlns:c16="http://schemas.microsoft.com/office/drawing/2014/chart" uri="{C3380CC4-5D6E-409C-BE32-E72D297353CC}">
              <c16:uniqueId val="{00000000-82F5-468D-85D4-3220509F943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mn-cs"/>
              </a:defRPr>
            </a:pPr>
            <a:r>
              <a:rPr lang="zh-CN" altLang="en-US" dirty="0">
                <a:latin typeface="微软雅黑" panose="020B0503020204020204" pitchFamily="34" charset="-122"/>
                <a:ea typeface="微软雅黑" panose="020B0503020204020204" pitchFamily="34" charset="-122"/>
              </a:rPr>
              <a:t>请输入图表名称</a:t>
            </a:r>
          </a:p>
        </c:rich>
      </c:tx>
      <c:overlay val="0"/>
      <c:spPr>
        <a:noFill/>
        <a:ln>
          <a:noFill/>
        </a:ln>
        <a:effectLst/>
      </c:spPr>
      <c:txPr>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mn-cs"/>
            </a:defRPr>
          </a:pPr>
          <a:endParaRPr lang="zh-CN"/>
        </a:p>
      </c:txPr>
    </c:title>
    <c:autoTitleDeleted val="0"/>
    <c:plotArea>
      <c:layout/>
      <c:areaChart>
        <c:grouping val="standard"/>
        <c:varyColors val="0"/>
        <c:ser>
          <c:idx val="1"/>
          <c:order val="1"/>
          <c:tx>
            <c:strRef>
              <c:f>Sheet1!$C$1</c:f>
              <c:strCache>
                <c:ptCount val="1"/>
              </c:strCache>
            </c:strRef>
          </c:tx>
          <c:spPr>
            <a:gradFill>
              <a:gsLst>
                <a:gs pos="0">
                  <a:schemeClr val="accent2">
                    <a:lumMod val="40000"/>
                    <a:lumOff val="60000"/>
                  </a:schemeClr>
                </a:gs>
                <a:gs pos="90000">
                  <a:schemeClr val="accent2"/>
                </a:gs>
              </a:gsLst>
              <a:lin ang="5400000" scaled="0"/>
            </a:gradFill>
            <a:ln>
              <a:gradFill>
                <a:gsLst>
                  <a:gs pos="0">
                    <a:schemeClr val="accent2"/>
                  </a:gs>
                  <a:gs pos="100000">
                    <a:schemeClr val="accent2">
                      <a:lumMod val="75000"/>
                    </a:schemeClr>
                  </a:gs>
                </a:gsLst>
                <a:lin ang="5160000" scaled="1"/>
              </a:gradFill>
            </a:ln>
            <a:effectLst>
              <a:outerShdw blurRad="76200" dist="25400" dir="2700000" algn="tl" rotWithShape="0">
                <a:schemeClr val="accent2">
                  <a:lumMod val="50000"/>
                  <a:alpha val="30000"/>
                </a:schemeClr>
              </a:outerShdw>
            </a:effectLst>
          </c:spPr>
          <c:cat>
            <c:strRef>
              <c:f>Sheet1!$A$2:$A$6</c:f>
              <c:strCache>
                <c:ptCount val="5"/>
                <c:pt idx="0">
                  <c:v>数据1</c:v>
                </c:pt>
                <c:pt idx="1">
                  <c:v>数据2</c:v>
                </c:pt>
                <c:pt idx="2">
                  <c:v>数据3</c:v>
                </c:pt>
                <c:pt idx="3">
                  <c:v>数据4</c:v>
                </c:pt>
                <c:pt idx="4">
                  <c:v>数据5</c:v>
                </c:pt>
              </c:strCache>
            </c:strRef>
          </c:cat>
          <c:val>
            <c:numRef>
              <c:f>Sheet1!$C$2:$C$6</c:f>
              <c:numCache>
                <c:formatCode>General</c:formatCode>
                <c:ptCount val="5"/>
              </c:numCache>
            </c:numRef>
          </c:val>
          <c:extLst>
            <c:ext xmlns:c16="http://schemas.microsoft.com/office/drawing/2014/chart" uri="{C3380CC4-5D6E-409C-BE32-E72D297353CC}">
              <c16:uniqueId val="{00000000-C355-4C12-8E24-105D7C4B06A0}"/>
            </c:ext>
          </c:extLst>
        </c:ser>
        <c:dLbls>
          <c:showLegendKey val="0"/>
          <c:showVal val="0"/>
          <c:showCatName val="0"/>
          <c:showSerName val="0"/>
          <c:showPercent val="0"/>
          <c:showBubbleSize val="0"/>
        </c:dLbls>
        <c:axId val="702289639"/>
        <c:axId val="600165981"/>
      </c:areaChart>
      <c:barChart>
        <c:barDir val="col"/>
        <c:grouping val="clustered"/>
        <c:varyColors val="0"/>
        <c:ser>
          <c:idx val="0"/>
          <c:order val="0"/>
          <c:tx>
            <c:strRef>
              <c:f>Sheet1!$B$1</c:f>
              <c:strCache>
                <c:ptCount val="1"/>
                <c:pt idx="0">
                  <c:v>系列 1</c:v>
                </c:pt>
              </c:strCache>
            </c:strRef>
          </c:tx>
          <c:spPr>
            <a:gradFill>
              <a:gsLst>
                <a:gs pos="43000">
                  <a:schemeClr val="tx2">
                    <a:lumMod val="50000"/>
                    <a:lumOff val="50000"/>
                  </a:schemeClr>
                </a:gs>
                <a:gs pos="0">
                  <a:schemeClr val="accent1">
                    <a:lumMod val="60000"/>
                    <a:lumOff val="40000"/>
                  </a:schemeClr>
                </a:gs>
                <a:gs pos="100000">
                  <a:schemeClr val="accent1">
                    <a:lumMod val="75000"/>
                  </a:schemeClr>
                </a:gs>
              </a:gsLst>
              <a:lin ang="2700000" scaled="1"/>
            </a:gradFill>
            <a:ln>
              <a:noFill/>
            </a:ln>
            <a:effectLst>
              <a:outerShdw blurRad="76200" dir="13500000" sy="23000" kx="1200000" algn="br" rotWithShape="0">
                <a:schemeClr val="tx2">
                  <a:lumMod val="90000"/>
                  <a:lumOff val="10000"/>
                  <a:alpha val="20000"/>
                </a:schemeClr>
              </a:outerShdw>
            </a:effectLst>
          </c:spPr>
          <c:invertIfNegative val="0"/>
          <c:cat>
            <c:strRef>
              <c:f>Sheet1!$A$2:$A$6</c:f>
              <c:strCache>
                <c:ptCount val="5"/>
                <c:pt idx="0">
                  <c:v>数据1</c:v>
                </c:pt>
                <c:pt idx="1">
                  <c:v>数据2</c:v>
                </c:pt>
                <c:pt idx="2">
                  <c:v>数据3</c:v>
                </c:pt>
                <c:pt idx="3">
                  <c:v>数据4</c:v>
                </c:pt>
                <c:pt idx="4">
                  <c:v>数据5</c:v>
                </c:pt>
              </c:strCache>
            </c:strRef>
          </c:cat>
          <c:val>
            <c:numRef>
              <c:f>Sheet1!$B$2:$B$6</c:f>
              <c:numCache>
                <c:formatCode>General</c:formatCode>
                <c:ptCount val="5"/>
                <c:pt idx="0">
                  <c:v>3.5</c:v>
                </c:pt>
                <c:pt idx="1">
                  <c:v>4</c:v>
                </c:pt>
                <c:pt idx="2">
                  <c:v>5</c:v>
                </c:pt>
                <c:pt idx="3">
                  <c:v>5.5</c:v>
                </c:pt>
                <c:pt idx="4">
                  <c:v>7</c:v>
                </c:pt>
              </c:numCache>
            </c:numRef>
          </c:val>
          <c:extLst>
            <c:ext xmlns:c16="http://schemas.microsoft.com/office/drawing/2014/chart" uri="{C3380CC4-5D6E-409C-BE32-E72D297353CC}">
              <c16:uniqueId val="{00000001-C355-4C12-8E24-105D7C4B06A0}"/>
            </c:ext>
          </c:extLst>
        </c:ser>
        <c:dLbls>
          <c:showLegendKey val="0"/>
          <c:showVal val="0"/>
          <c:showCatName val="0"/>
          <c:showSerName val="0"/>
          <c:showPercent val="0"/>
          <c:showBubbleSize val="0"/>
        </c:dLbls>
        <c:gapWidth val="219"/>
        <c:overlap val="-27"/>
        <c:axId val="746691542"/>
        <c:axId val="997744399"/>
      </c:barChart>
      <c:lineChart>
        <c:grouping val="standard"/>
        <c:varyColors val="0"/>
        <c:ser>
          <c:idx val="2"/>
          <c:order val="2"/>
          <c:tx>
            <c:strRef>
              <c:f>Sheet1!$D$1</c:f>
              <c:strCache>
                <c:ptCount val="1"/>
              </c:strCache>
            </c:strRef>
          </c:tx>
          <c:spPr>
            <a:ln w="28575" cap="rnd">
              <a:solidFill>
                <a:schemeClr val="accent3"/>
              </a:solidFill>
              <a:round/>
            </a:ln>
            <a:effectLst>
              <a:outerShdw blurRad="76200" dist="25400" dir="2700000" algn="tl" rotWithShape="0">
                <a:schemeClr val="accent3">
                  <a:lumMod val="50000"/>
                  <a:alpha val="30000"/>
                </a:schemeClr>
              </a:outerShdw>
            </a:effectLst>
          </c:spPr>
          <c:marker>
            <c:symbol val="none"/>
          </c:marker>
          <c:cat>
            <c:strRef>
              <c:f>Sheet1!$A$2:$A$6</c:f>
              <c:strCache>
                <c:ptCount val="5"/>
                <c:pt idx="0">
                  <c:v>数据1</c:v>
                </c:pt>
                <c:pt idx="1">
                  <c:v>数据2</c:v>
                </c:pt>
                <c:pt idx="2">
                  <c:v>数据3</c:v>
                </c:pt>
                <c:pt idx="3">
                  <c:v>数据4</c:v>
                </c:pt>
                <c:pt idx="4">
                  <c:v>数据5</c:v>
                </c:pt>
              </c:strCache>
            </c:strRef>
          </c:cat>
          <c:val>
            <c:numRef>
              <c:f>Sheet1!$D$2:$D$6</c:f>
              <c:numCache>
                <c:formatCode>General</c:formatCode>
                <c:ptCount val="5"/>
              </c:numCache>
            </c:numRef>
          </c:val>
          <c:smooth val="0"/>
          <c:extLst>
            <c:ext xmlns:c16="http://schemas.microsoft.com/office/drawing/2014/chart" uri="{C3380CC4-5D6E-409C-BE32-E72D297353CC}">
              <c16:uniqueId val="{00000002-C355-4C12-8E24-105D7C4B06A0}"/>
            </c:ext>
          </c:extLst>
        </c:ser>
        <c:dLbls>
          <c:showLegendKey val="0"/>
          <c:showVal val="0"/>
          <c:showCatName val="0"/>
          <c:showSerName val="0"/>
          <c:showPercent val="0"/>
          <c:showBubbleSize val="0"/>
        </c:dLbls>
        <c:marker val="1"/>
        <c:smooth val="0"/>
        <c:axId val="746691542"/>
        <c:axId val="997744399"/>
      </c:lineChart>
      <c:catAx>
        <c:axId val="74669154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997744399"/>
        <c:crosses val="autoZero"/>
        <c:auto val="1"/>
        <c:lblAlgn val="ctr"/>
        <c:lblOffset val="100"/>
        <c:noMultiLvlLbl val="0"/>
      </c:catAx>
      <c:valAx>
        <c:axId val="997744399"/>
        <c:scaling>
          <c:orientation val="minMax"/>
        </c:scaling>
        <c:delete val="0"/>
        <c:axPos val="l"/>
        <c:majorGridlines>
          <c:spPr>
            <a:ln w="9525" cap="flat" cmpd="sng" algn="ctr">
              <a:solidFill>
                <a:schemeClr val="lt1">
                  <a:lumMod val="90200"/>
                </a:schemeClr>
              </a:solidFill>
              <a:round/>
            </a:ln>
            <a:effectLst/>
          </c:spPr>
        </c:majorGridlines>
        <c:numFmt formatCode="General" sourceLinked="1"/>
        <c:majorTickMark val="out"/>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746691542"/>
        <c:crosses val="autoZero"/>
        <c:crossBetween val="between"/>
      </c:valAx>
      <c:catAx>
        <c:axId val="702289639"/>
        <c:scaling>
          <c:orientation val="minMax"/>
        </c:scaling>
        <c:delete val="1"/>
        <c:axPos val="b"/>
        <c:numFmt formatCode="General" sourceLinked="1"/>
        <c:majorTickMark val="out"/>
        <c:minorTickMark val="none"/>
        <c:tickLblPos val="nextTo"/>
        <c:crossAx val="600165981"/>
        <c:crosses val="autoZero"/>
        <c:auto val="1"/>
        <c:lblAlgn val="ctr"/>
        <c:lblOffset val="100"/>
        <c:noMultiLvlLbl val="0"/>
      </c:catAx>
      <c:valAx>
        <c:axId val="600165981"/>
        <c:scaling>
          <c:orientation val="minMax"/>
        </c:scaling>
        <c:delete val="1"/>
        <c:axPos val="r"/>
        <c:numFmt formatCode="General" sourceLinked="1"/>
        <c:majorTickMark val="out"/>
        <c:minorTickMark val="none"/>
        <c:tickLblPos val="nextTo"/>
        <c:crossAx val="702289639"/>
        <c:crosses val="max"/>
        <c:crossBetween val="between"/>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3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styleClr val="auto"/>
    </cs:effectRef>
    <cs:fontRef idx="minor">
      <a:schemeClr val="dk1"/>
    </cs:fontRef>
    <cs:spPr>
      <a:gradFill>
        <a:gsLst>
          <a:gs pos="0">
            <a:schemeClr val="phClr">
              <a:lumMod val="40000"/>
              <a:lumOff val="60000"/>
            </a:schemeClr>
          </a:gs>
          <a:gs pos="90000">
            <a:schemeClr val="phClr"/>
          </a:gs>
        </a:gsLst>
        <a:lin ang="5400000" scaled="0"/>
      </a:gradFill>
      <a:ln>
        <a:gradFill>
          <a:gsLst>
            <a:gs pos="0">
              <a:schemeClr val="phClr"/>
            </a:gs>
            <a:gs pos="100000">
              <a:schemeClr val="phClr">
                <a:lumMod val="75000"/>
              </a:schemeClr>
            </a:gs>
          </a:gsLst>
          <a:lin ang="5160000" scaled="1"/>
        </a:gradFill>
      </a:ln>
      <a:effectLst>
        <a:outerShdw blurRad="76200" dist="25400" dir="2700000" algn="tl" rotWithShape="0">
          <a:schemeClr val="phClr">
            <a:lumMod val="50000"/>
            <a:alpha val="30000"/>
          </a:schemeClr>
        </a:outerShdw>
      </a:effectLst>
    </cs:spPr>
  </cs:dataPoint>
  <cs:dataPoint3D>
    <cs:lnRef idx="0"/>
    <cs:fillRef idx="1">
      <cs:styleClr val="auto"/>
    </cs:fillRef>
    <cs:effectRef idx="0"/>
    <cs:fontRef idx="minor">
      <a:schemeClr val="tx1"/>
    </cs:fontRef>
  </cs:dataPoint3D>
  <cs:dataPointLine>
    <cs:lnRef idx="0">
      <cs:styleClr val="auto"/>
    </cs:lnRef>
    <cs:fillRef idx="1"/>
    <cs:effectRef idx="0">
      <cs:styleClr val="auto"/>
    </cs:effectRef>
    <cs:fontRef idx="minor">
      <a:schemeClr val="tx1"/>
    </cs:fontRef>
    <cs:spPr>
      <a:ln w="28575" cap="rnd">
        <a:solidFill>
          <a:schemeClr val="phClr"/>
        </a:solidFill>
        <a:round/>
      </a:ln>
      <a:effectLst>
        <a:outerShdw blurRad="76200" dist="25400" dir="2700000" algn="tl" rotWithShape="0">
          <a:schemeClr val="phClr">
            <a:lumMod val="50000"/>
            <a:alpha val="30000"/>
          </a:schemeClr>
        </a:outerShdw>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C7A30B-959D-4445-B168-9AD907FF144F}" type="datetimeFigureOut">
              <a:rPr lang="zh-CN" altLang="en-US" smtClean="0"/>
              <a:t>2026/3/14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CC079F-2E3C-4541-BBC3-91449F587115}" type="slidenum">
              <a:rPr lang="zh-CN" altLang="en-US" smtClean="0"/>
              <a:t>‹#›</a:t>
            </a:fld>
            <a:endParaRPr lang="zh-CN" altLang="en-US"/>
          </a:p>
        </p:txBody>
      </p:sp>
    </p:spTree>
    <p:extLst>
      <p:ext uri="{BB962C8B-B14F-4D97-AF65-F5344CB8AC3E}">
        <p14:creationId xmlns:p14="http://schemas.microsoft.com/office/powerpoint/2010/main" val="292123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9AADB5-016F-F19E-3F91-16AE25ABCB97}"/>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7D9B86C-8E0D-D822-F981-E79FD38174AC}"/>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14FF528-F925-A647-D2A8-E8CA7138FA51}"/>
              </a:ext>
            </a:extLst>
          </p:cNvPr>
          <p:cNvSpPr>
            <a:spLocks noGrp="1"/>
          </p:cNvSpPr>
          <p:nvPr>
            <p:ph type="dt" sz="half" idx="10"/>
          </p:nvPr>
        </p:nvSpPr>
        <p:spPr>
          <a:xfrm>
            <a:off x="838200" y="6356350"/>
            <a:ext cx="2743200" cy="365125"/>
          </a:xfrm>
          <a:prstGeom prst="rect">
            <a:avLst/>
          </a:prstGeom>
        </p:spPr>
        <p:txBody>
          <a:bodyPr/>
          <a:lstStyle/>
          <a:p>
            <a:fld id="{F4AA6CC7-1AE6-43FC-980B-2EEEA97DB20C}" type="datetimeFigureOut">
              <a:rPr lang="zh-CN" altLang="en-US" smtClean="0"/>
              <a:t>2026/3/14</a:t>
            </a:fld>
            <a:endParaRPr lang="zh-CN" altLang="en-US"/>
          </a:p>
        </p:txBody>
      </p:sp>
      <p:sp>
        <p:nvSpPr>
          <p:cNvPr id="5" name="页脚占位符 4">
            <a:extLst>
              <a:ext uri="{FF2B5EF4-FFF2-40B4-BE49-F238E27FC236}">
                <a16:creationId xmlns:a16="http://schemas.microsoft.com/office/drawing/2014/main" id="{C42F7F46-465D-E851-73E3-5D501F8921B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B55E7C41-CA83-C5A6-EBF6-49EE882160D1}"/>
              </a:ext>
            </a:extLst>
          </p:cNvPr>
          <p:cNvSpPr>
            <a:spLocks noGrp="1"/>
          </p:cNvSpPr>
          <p:nvPr>
            <p:ph type="sldNum" sz="quarter" idx="12"/>
          </p:nvPr>
        </p:nvSpPr>
        <p:spPr>
          <a:xfrm>
            <a:off x="8610600" y="6356350"/>
            <a:ext cx="2743200" cy="365125"/>
          </a:xfrm>
          <a:prstGeom prst="rect">
            <a:avLst/>
          </a:prstGeom>
        </p:spPr>
        <p:txBody>
          <a:bodyPr/>
          <a:lstStyle/>
          <a:p>
            <a:fld id="{5F102782-81BE-46DD-851C-DE61FE13B663}" type="slidenum">
              <a:rPr lang="zh-CN" altLang="en-US" smtClean="0"/>
              <a:t>‹#›</a:t>
            </a:fld>
            <a:endParaRPr lang="zh-CN" altLang="en-US"/>
          </a:p>
        </p:txBody>
      </p:sp>
    </p:spTree>
    <p:extLst>
      <p:ext uri="{BB962C8B-B14F-4D97-AF65-F5344CB8AC3E}">
        <p14:creationId xmlns:p14="http://schemas.microsoft.com/office/powerpoint/2010/main" val="2632886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A48F99-3EA4-958E-4095-7C35CABB5010}"/>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0FA4AB0-0569-7A73-1B81-01919888EFBA}"/>
              </a:ext>
            </a:extLst>
          </p:cNvPr>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1B08B9D-F14C-FBEB-A6E8-C721D354ACFD}"/>
              </a:ext>
            </a:extLst>
          </p:cNvPr>
          <p:cNvSpPr>
            <a:spLocks noGrp="1"/>
          </p:cNvSpPr>
          <p:nvPr>
            <p:ph type="dt" sz="half" idx="10"/>
          </p:nvPr>
        </p:nvSpPr>
        <p:spPr>
          <a:xfrm>
            <a:off x="838200" y="6356350"/>
            <a:ext cx="2743200" cy="365125"/>
          </a:xfrm>
          <a:prstGeom prst="rect">
            <a:avLst/>
          </a:prstGeom>
        </p:spPr>
        <p:txBody>
          <a:bodyPr/>
          <a:lstStyle/>
          <a:p>
            <a:fld id="{F4AA6CC7-1AE6-43FC-980B-2EEEA97DB20C}" type="datetimeFigureOut">
              <a:rPr lang="zh-CN" altLang="en-US" smtClean="0"/>
              <a:t>2026/3/14</a:t>
            </a:fld>
            <a:endParaRPr lang="zh-CN" altLang="en-US"/>
          </a:p>
        </p:txBody>
      </p:sp>
      <p:sp>
        <p:nvSpPr>
          <p:cNvPr id="5" name="页脚占位符 4">
            <a:extLst>
              <a:ext uri="{FF2B5EF4-FFF2-40B4-BE49-F238E27FC236}">
                <a16:creationId xmlns:a16="http://schemas.microsoft.com/office/drawing/2014/main" id="{35F74671-19FB-D6DD-52BC-EAAE7289BF1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ADABC177-394B-C149-A37D-333CACE59192}"/>
              </a:ext>
            </a:extLst>
          </p:cNvPr>
          <p:cNvSpPr>
            <a:spLocks noGrp="1"/>
          </p:cNvSpPr>
          <p:nvPr>
            <p:ph type="sldNum" sz="quarter" idx="12"/>
          </p:nvPr>
        </p:nvSpPr>
        <p:spPr>
          <a:xfrm>
            <a:off x="8610600" y="6356350"/>
            <a:ext cx="2743200" cy="365125"/>
          </a:xfrm>
          <a:prstGeom prst="rect">
            <a:avLst/>
          </a:prstGeom>
        </p:spPr>
        <p:txBody>
          <a:bodyPr/>
          <a:lstStyle/>
          <a:p>
            <a:fld id="{5F102782-81BE-46DD-851C-DE61FE13B663}" type="slidenum">
              <a:rPr lang="zh-CN" altLang="en-US" smtClean="0"/>
              <a:t>‹#›</a:t>
            </a:fld>
            <a:endParaRPr lang="zh-CN" altLang="en-US"/>
          </a:p>
        </p:txBody>
      </p:sp>
    </p:spTree>
    <p:extLst>
      <p:ext uri="{BB962C8B-B14F-4D97-AF65-F5344CB8AC3E}">
        <p14:creationId xmlns:p14="http://schemas.microsoft.com/office/powerpoint/2010/main" val="32960858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09CAE7-6DDF-49B4-7348-D756C4E4CCD3}"/>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33D5797-F165-8050-203B-53E67A5DD39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5768EDDE-96A6-642E-8B30-B268BBF5EB02}"/>
              </a:ext>
            </a:extLst>
          </p:cNvPr>
          <p:cNvSpPr>
            <a:spLocks noGrp="1"/>
          </p:cNvSpPr>
          <p:nvPr>
            <p:ph type="dt" sz="half" idx="10"/>
          </p:nvPr>
        </p:nvSpPr>
        <p:spPr>
          <a:xfrm>
            <a:off x="838200" y="6356350"/>
            <a:ext cx="2743200" cy="365125"/>
          </a:xfrm>
          <a:prstGeom prst="rect">
            <a:avLst/>
          </a:prstGeom>
        </p:spPr>
        <p:txBody>
          <a:bodyPr/>
          <a:lstStyle/>
          <a:p>
            <a:fld id="{F4AA6CC7-1AE6-43FC-980B-2EEEA97DB20C}" type="datetimeFigureOut">
              <a:rPr lang="zh-CN" altLang="en-US" smtClean="0"/>
              <a:t>2026/3/14</a:t>
            </a:fld>
            <a:endParaRPr lang="zh-CN" altLang="en-US"/>
          </a:p>
        </p:txBody>
      </p:sp>
      <p:sp>
        <p:nvSpPr>
          <p:cNvPr id="5" name="页脚占位符 4">
            <a:extLst>
              <a:ext uri="{FF2B5EF4-FFF2-40B4-BE49-F238E27FC236}">
                <a16:creationId xmlns:a16="http://schemas.microsoft.com/office/drawing/2014/main" id="{70455D07-5D82-C16A-6429-E2B6AD26D568}"/>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AED69016-CA02-4AFF-A10F-18C1D2481EDC}"/>
              </a:ext>
            </a:extLst>
          </p:cNvPr>
          <p:cNvSpPr>
            <a:spLocks noGrp="1"/>
          </p:cNvSpPr>
          <p:nvPr>
            <p:ph type="sldNum" sz="quarter" idx="12"/>
          </p:nvPr>
        </p:nvSpPr>
        <p:spPr>
          <a:xfrm>
            <a:off x="8610600" y="6356350"/>
            <a:ext cx="2743200" cy="365125"/>
          </a:xfrm>
          <a:prstGeom prst="rect">
            <a:avLst/>
          </a:prstGeom>
        </p:spPr>
        <p:txBody>
          <a:bodyPr/>
          <a:lstStyle/>
          <a:p>
            <a:fld id="{5F102782-81BE-46DD-851C-DE61FE13B663}" type="slidenum">
              <a:rPr lang="zh-CN" altLang="en-US" smtClean="0"/>
              <a:t>‹#›</a:t>
            </a:fld>
            <a:endParaRPr lang="zh-CN" altLang="en-US"/>
          </a:p>
        </p:txBody>
      </p:sp>
    </p:spTree>
    <p:extLst>
      <p:ext uri="{BB962C8B-B14F-4D97-AF65-F5344CB8AC3E}">
        <p14:creationId xmlns:p14="http://schemas.microsoft.com/office/powerpoint/2010/main" val="14938298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E7B1CC-73EC-7592-3088-55CD73029A92}"/>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B14F8B1-00E1-CA14-77E0-63F1600C0F6D}"/>
              </a:ext>
            </a:extLst>
          </p:cNvPr>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E907481-9DA0-8022-D0A0-CFA1EA598714}"/>
              </a:ext>
            </a:extLst>
          </p:cNvPr>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7012697-3A1B-46CF-7F43-791AA28C93D3}"/>
              </a:ext>
            </a:extLst>
          </p:cNvPr>
          <p:cNvSpPr>
            <a:spLocks noGrp="1"/>
          </p:cNvSpPr>
          <p:nvPr>
            <p:ph type="dt" sz="half" idx="10"/>
          </p:nvPr>
        </p:nvSpPr>
        <p:spPr>
          <a:xfrm>
            <a:off x="838200" y="6356350"/>
            <a:ext cx="2743200" cy="365125"/>
          </a:xfrm>
          <a:prstGeom prst="rect">
            <a:avLst/>
          </a:prstGeom>
        </p:spPr>
        <p:txBody>
          <a:bodyPr/>
          <a:lstStyle/>
          <a:p>
            <a:fld id="{F4AA6CC7-1AE6-43FC-980B-2EEEA97DB20C}" type="datetimeFigureOut">
              <a:rPr lang="zh-CN" altLang="en-US" smtClean="0"/>
              <a:t>2026/3/14</a:t>
            </a:fld>
            <a:endParaRPr lang="zh-CN" altLang="en-US"/>
          </a:p>
        </p:txBody>
      </p:sp>
      <p:sp>
        <p:nvSpPr>
          <p:cNvPr id="6" name="页脚占位符 5">
            <a:extLst>
              <a:ext uri="{FF2B5EF4-FFF2-40B4-BE49-F238E27FC236}">
                <a16:creationId xmlns:a16="http://schemas.microsoft.com/office/drawing/2014/main" id="{32E76BF4-4FD0-0684-6B0B-FC02DD839938}"/>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F3E94AEF-3F97-AC72-A8EC-2F3C04DC4E32}"/>
              </a:ext>
            </a:extLst>
          </p:cNvPr>
          <p:cNvSpPr>
            <a:spLocks noGrp="1"/>
          </p:cNvSpPr>
          <p:nvPr>
            <p:ph type="sldNum" sz="quarter" idx="12"/>
          </p:nvPr>
        </p:nvSpPr>
        <p:spPr>
          <a:xfrm>
            <a:off x="8610600" y="6356350"/>
            <a:ext cx="2743200" cy="365125"/>
          </a:xfrm>
          <a:prstGeom prst="rect">
            <a:avLst/>
          </a:prstGeom>
        </p:spPr>
        <p:txBody>
          <a:bodyPr/>
          <a:lstStyle/>
          <a:p>
            <a:fld id="{5F102782-81BE-46DD-851C-DE61FE13B663}" type="slidenum">
              <a:rPr lang="zh-CN" altLang="en-US" smtClean="0"/>
              <a:t>‹#›</a:t>
            </a:fld>
            <a:endParaRPr lang="zh-CN" altLang="en-US"/>
          </a:p>
        </p:txBody>
      </p:sp>
    </p:spTree>
    <p:extLst>
      <p:ext uri="{BB962C8B-B14F-4D97-AF65-F5344CB8AC3E}">
        <p14:creationId xmlns:p14="http://schemas.microsoft.com/office/powerpoint/2010/main" val="936342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43C164-BFF6-3550-8D60-82661176FE01}"/>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FF599AD-09DC-1537-7315-7B186E07FDEF}"/>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EA73C61F-6440-08E3-5D9D-A84D15B61746}"/>
              </a:ext>
            </a:extLst>
          </p:cNvPr>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036E945-1EAE-03A1-7DF8-CE8801DFDA7F}"/>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7D1DDA8-1A45-94EF-ABEE-A5B0EF64D15F}"/>
              </a:ext>
            </a:extLst>
          </p:cNvPr>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AA0A765-F7C3-E41C-8030-B44E34D4228E}"/>
              </a:ext>
            </a:extLst>
          </p:cNvPr>
          <p:cNvSpPr>
            <a:spLocks noGrp="1"/>
          </p:cNvSpPr>
          <p:nvPr>
            <p:ph type="dt" sz="half" idx="10"/>
          </p:nvPr>
        </p:nvSpPr>
        <p:spPr>
          <a:xfrm>
            <a:off x="838200" y="6356350"/>
            <a:ext cx="2743200" cy="365125"/>
          </a:xfrm>
          <a:prstGeom prst="rect">
            <a:avLst/>
          </a:prstGeom>
        </p:spPr>
        <p:txBody>
          <a:bodyPr/>
          <a:lstStyle/>
          <a:p>
            <a:fld id="{F4AA6CC7-1AE6-43FC-980B-2EEEA97DB20C}" type="datetimeFigureOut">
              <a:rPr lang="zh-CN" altLang="en-US" smtClean="0"/>
              <a:t>2026/3/14</a:t>
            </a:fld>
            <a:endParaRPr lang="zh-CN" altLang="en-US"/>
          </a:p>
        </p:txBody>
      </p:sp>
      <p:sp>
        <p:nvSpPr>
          <p:cNvPr id="8" name="页脚占位符 7">
            <a:extLst>
              <a:ext uri="{FF2B5EF4-FFF2-40B4-BE49-F238E27FC236}">
                <a16:creationId xmlns:a16="http://schemas.microsoft.com/office/drawing/2014/main" id="{D9532017-E812-2AC2-86FE-7A02D38DA4A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5046A2EE-D0E7-509F-FCE7-A473FEA1666E}"/>
              </a:ext>
            </a:extLst>
          </p:cNvPr>
          <p:cNvSpPr>
            <a:spLocks noGrp="1"/>
          </p:cNvSpPr>
          <p:nvPr>
            <p:ph type="sldNum" sz="quarter" idx="12"/>
          </p:nvPr>
        </p:nvSpPr>
        <p:spPr>
          <a:xfrm>
            <a:off x="8610600" y="6356350"/>
            <a:ext cx="2743200" cy="365125"/>
          </a:xfrm>
          <a:prstGeom prst="rect">
            <a:avLst/>
          </a:prstGeom>
        </p:spPr>
        <p:txBody>
          <a:bodyPr/>
          <a:lstStyle/>
          <a:p>
            <a:fld id="{5F102782-81BE-46DD-851C-DE61FE13B663}" type="slidenum">
              <a:rPr lang="zh-CN" altLang="en-US" smtClean="0"/>
              <a:t>‹#›</a:t>
            </a:fld>
            <a:endParaRPr lang="zh-CN" altLang="en-US"/>
          </a:p>
        </p:txBody>
      </p:sp>
    </p:spTree>
    <p:extLst>
      <p:ext uri="{BB962C8B-B14F-4D97-AF65-F5344CB8AC3E}">
        <p14:creationId xmlns:p14="http://schemas.microsoft.com/office/powerpoint/2010/main" val="1055324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6C0BCF-BC44-F31B-FEC0-2F0DF336C41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6AD8003-67F8-FEC2-150D-9CB5B575A3E0}"/>
              </a:ext>
            </a:extLst>
          </p:cNvPr>
          <p:cNvSpPr>
            <a:spLocks noGrp="1"/>
          </p:cNvSpPr>
          <p:nvPr>
            <p:ph type="dt" sz="half" idx="10"/>
          </p:nvPr>
        </p:nvSpPr>
        <p:spPr>
          <a:xfrm>
            <a:off x="838200" y="6356350"/>
            <a:ext cx="2743200" cy="365125"/>
          </a:xfrm>
          <a:prstGeom prst="rect">
            <a:avLst/>
          </a:prstGeom>
        </p:spPr>
        <p:txBody>
          <a:bodyPr/>
          <a:lstStyle/>
          <a:p>
            <a:fld id="{F4AA6CC7-1AE6-43FC-980B-2EEEA97DB20C}" type="datetimeFigureOut">
              <a:rPr lang="zh-CN" altLang="en-US" smtClean="0"/>
              <a:t>2026/3/14</a:t>
            </a:fld>
            <a:endParaRPr lang="zh-CN" altLang="en-US"/>
          </a:p>
        </p:txBody>
      </p:sp>
      <p:sp>
        <p:nvSpPr>
          <p:cNvPr id="4" name="页脚占位符 3">
            <a:extLst>
              <a:ext uri="{FF2B5EF4-FFF2-40B4-BE49-F238E27FC236}">
                <a16:creationId xmlns:a16="http://schemas.microsoft.com/office/drawing/2014/main" id="{F4C36909-0B2E-0AA5-2A88-77D9A50C8273}"/>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4FF2E413-5CCA-ADD4-1B65-3FCFD800BFA9}"/>
              </a:ext>
            </a:extLst>
          </p:cNvPr>
          <p:cNvSpPr>
            <a:spLocks noGrp="1"/>
          </p:cNvSpPr>
          <p:nvPr>
            <p:ph type="sldNum" sz="quarter" idx="12"/>
          </p:nvPr>
        </p:nvSpPr>
        <p:spPr>
          <a:xfrm>
            <a:off x="8610600" y="6356350"/>
            <a:ext cx="2743200" cy="365125"/>
          </a:xfrm>
          <a:prstGeom prst="rect">
            <a:avLst/>
          </a:prstGeom>
        </p:spPr>
        <p:txBody>
          <a:bodyPr/>
          <a:lstStyle/>
          <a:p>
            <a:fld id="{5F102782-81BE-46DD-851C-DE61FE13B663}" type="slidenum">
              <a:rPr lang="zh-CN" altLang="en-US" smtClean="0"/>
              <a:t>‹#›</a:t>
            </a:fld>
            <a:endParaRPr lang="zh-CN" altLang="en-US"/>
          </a:p>
        </p:txBody>
      </p:sp>
    </p:spTree>
    <p:extLst>
      <p:ext uri="{BB962C8B-B14F-4D97-AF65-F5344CB8AC3E}">
        <p14:creationId xmlns:p14="http://schemas.microsoft.com/office/powerpoint/2010/main" val="2198092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D8106FF-D16A-B51A-3A49-BA9B2E140071}"/>
              </a:ext>
            </a:extLst>
          </p:cNvPr>
          <p:cNvSpPr>
            <a:spLocks noGrp="1"/>
          </p:cNvSpPr>
          <p:nvPr>
            <p:ph type="dt" sz="half" idx="10"/>
          </p:nvPr>
        </p:nvSpPr>
        <p:spPr>
          <a:xfrm>
            <a:off x="838200" y="6356350"/>
            <a:ext cx="2743200" cy="365125"/>
          </a:xfrm>
          <a:prstGeom prst="rect">
            <a:avLst/>
          </a:prstGeom>
        </p:spPr>
        <p:txBody>
          <a:bodyPr/>
          <a:lstStyle/>
          <a:p>
            <a:fld id="{F4AA6CC7-1AE6-43FC-980B-2EEEA97DB20C}" type="datetimeFigureOut">
              <a:rPr lang="zh-CN" altLang="en-US" smtClean="0"/>
              <a:t>2026/3/14</a:t>
            </a:fld>
            <a:endParaRPr lang="zh-CN" altLang="en-US"/>
          </a:p>
        </p:txBody>
      </p:sp>
      <p:sp>
        <p:nvSpPr>
          <p:cNvPr id="3" name="页脚占位符 2">
            <a:extLst>
              <a:ext uri="{FF2B5EF4-FFF2-40B4-BE49-F238E27FC236}">
                <a16:creationId xmlns:a16="http://schemas.microsoft.com/office/drawing/2014/main" id="{EBA8137B-E431-78FD-87AB-1F87C261EA7C}"/>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9619374D-7EE5-48F8-F50E-8E528412962E}"/>
              </a:ext>
            </a:extLst>
          </p:cNvPr>
          <p:cNvSpPr>
            <a:spLocks noGrp="1"/>
          </p:cNvSpPr>
          <p:nvPr>
            <p:ph type="sldNum" sz="quarter" idx="12"/>
          </p:nvPr>
        </p:nvSpPr>
        <p:spPr>
          <a:xfrm>
            <a:off x="8610600" y="6356350"/>
            <a:ext cx="2743200" cy="365125"/>
          </a:xfrm>
          <a:prstGeom prst="rect">
            <a:avLst/>
          </a:prstGeom>
        </p:spPr>
        <p:txBody>
          <a:bodyPr/>
          <a:lstStyle/>
          <a:p>
            <a:fld id="{5F102782-81BE-46DD-851C-DE61FE13B663}" type="slidenum">
              <a:rPr lang="zh-CN" altLang="en-US" smtClean="0"/>
              <a:t>‹#›</a:t>
            </a:fld>
            <a:endParaRPr lang="zh-CN" altLang="en-US"/>
          </a:p>
        </p:txBody>
      </p:sp>
    </p:spTree>
    <p:extLst>
      <p:ext uri="{BB962C8B-B14F-4D97-AF65-F5344CB8AC3E}">
        <p14:creationId xmlns:p14="http://schemas.microsoft.com/office/powerpoint/2010/main" val="19690611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23E90B-613F-6669-230E-38C03126E2CC}"/>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1CF8BD7-6E2B-DBD8-B591-D6F18F44DAE2}"/>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DC50455-08E9-213C-393D-34CC0C4BB891}"/>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FED8FA4-3248-E63B-5B63-4E2E0E22633B}"/>
              </a:ext>
            </a:extLst>
          </p:cNvPr>
          <p:cNvSpPr>
            <a:spLocks noGrp="1"/>
          </p:cNvSpPr>
          <p:nvPr>
            <p:ph type="dt" sz="half" idx="10"/>
          </p:nvPr>
        </p:nvSpPr>
        <p:spPr>
          <a:xfrm>
            <a:off x="838200" y="6356350"/>
            <a:ext cx="2743200" cy="365125"/>
          </a:xfrm>
          <a:prstGeom prst="rect">
            <a:avLst/>
          </a:prstGeom>
        </p:spPr>
        <p:txBody>
          <a:bodyPr/>
          <a:lstStyle/>
          <a:p>
            <a:fld id="{F4AA6CC7-1AE6-43FC-980B-2EEEA97DB20C}" type="datetimeFigureOut">
              <a:rPr lang="zh-CN" altLang="en-US" smtClean="0"/>
              <a:t>2026/3/14</a:t>
            </a:fld>
            <a:endParaRPr lang="zh-CN" altLang="en-US"/>
          </a:p>
        </p:txBody>
      </p:sp>
      <p:sp>
        <p:nvSpPr>
          <p:cNvPr id="6" name="页脚占位符 5">
            <a:extLst>
              <a:ext uri="{FF2B5EF4-FFF2-40B4-BE49-F238E27FC236}">
                <a16:creationId xmlns:a16="http://schemas.microsoft.com/office/drawing/2014/main" id="{9C22FB58-3432-A9F4-CAAC-C01AD055101F}"/>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2453C028-8217-741F-5C4D-EDC06C11ABA5}"/>
              </a:ext>
            </a:extLst>
          </p:cNvPr>
          <p:cNvSpPr>
            <a:spLocks noGrp="1"/>
          </p:cNvSpPr>
          <p:nvPr>
            <p:ph type="sldNum" sz="quarter" idx="12"/>
          </p:nvPr>
        </p:nvSpPr>
        <p:spPr>
          <a:xfrm>
            <a:off x="8610600" y="6356350"/>
            <a:ext cx="2743200" cy="365125"/>
          </a:xfrm>
          <a:prstGeom prst="rect">
            <a:avLst/>
          </a:prstGeom>
        </p:spPr>
        <p:txBody>
          <a:bodyPr/>
          <a:lstStyle/>
          <a:p>
            <a:fld id="{5F102782-81BE-46DD-851C-DE61FE13B663}" type="slidenum">
              <a:rPr lang="zh-CN" altLang="en-US" smtClean="0"/>
              <a:t>‹#›</a:t>
            </a:fld>
            <a:endParaRPr lang="zh-CN" altLang="en-US"/>
          </a:p>
        </p:txBody>
      </p:sp>
    </p:spTree>
    <p:extLst>
      <p:ext uri="{BB962C8B-B14F-4D97-AF65-F5344CB8AC3E}">
        <p14:creationId xmlns:p14="http://schemas.microsoft.com/office/powerpoint/2010/main" val="2502920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A3435D-B258-1A61-C70E-DDCDC8A9BD31}"/>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E237972-1D49-8D48-D194-5E23D0F04CB2}"/>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5962AB6-6E76-DB0A-91C9-A4ED94173C0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10FD3B9-FD63-F538-3C93-040AA9C6F2DB}"/>
              </a:ext>
            </a:extLst>
          </p:cNvPr>
          <p:cNvSpPr>
            <a:spLocks noGrp="1"/>
          </p:cNvSpPr>
          <p:nvPr>
            <p:ph type="dt" sz="half" idx="10"/>
          </p:nvPr>
        </p:nvSpPr>
        <p:spPr>
          <a:xfrm>
            <a:off x="838200" y="6356350"/>
            <a:ext cx="2743200" cy="365125"/>
          </a:xfrm>
          <a:prstGeom prst="rect">
            <a:avLst/>
          </a:prstGeom>
        </p:spPr>
        <p:txBody>
          <a:bodyPr/>
          <a:lstStyle/>
          <a:p>
            <a:fld id="{F4AA6CC7-1AE6-43FC-980B-2EEEA97DB20C}" type="datetimeFigureOut">
              <a:rPr lang="zh-CN" altLang="en-US" smtClean="0"/>
              <a:t>2026/3/14</a:t>
            </a:fld>
            <a:endParaRPr lang="zh-CN" altLang="en-US"/>
          </a:p>
        </p:txBody>
      </p:sp>
      <p:sp>
        <p:nvSpPr>
          <p:cNvPr id="6" name="页脚占位符 5">
            <a:extLst>
              <a:ext uri="{FF2B5EF4-FFF2-40B4-BE49-F238E27FC236}">
                <a16:creationId xmlns:a16="http://schemas.microsoft.com/office/drawing/2014/main" id="{005B6696-ADD5-3AB5-365C-1526AF387A38}"/>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05F7A53-500F-4A46-BFD7-5FAFFA54148C}"/>
              </a:ext>
            </a:extLst>
          </p:cNvPr>
          <p:cNvSpPr>
            <a:spLocks noGrp="1"/>
          </p:cNvSpPr>
          <p:nvPr>
            <p:ph type="sldNum" sz="quarter" idx="12"/>
          </p:nvPr>
        </p:nvSpPr>
        <p:spPr>
          <a:xfrm>
            <a:off x="8610600" y="6356350"/>
            <a:ext cx="2743200" cy="365125"/>
          </a:xfrm>
          <a:prstGeom prst="rect">
            <a:avLst/>
          </a:prstGeom>
        </p:spPr>
        <p:txBody>
          <a:bodyPr/>
          <a:lstStyle/>
          <a:p>
            <a:fld id="{5F102782-81BE-46DD-851C-DE61FE13B663}" type="slidenum">
              <a:rPr lang="zh-CN" altLang="en-US" smtClean="0"/>
              <a:t>‹#›</a:t>
            </a:fld>
            <a:endParaRPr lang="zh-CN" altLang="en-US"/>
          </a:p>
        </p:txBody>
      </p:sp>
    </p:spTree>
    <p:extLst>
      <p:ext uri="{BB962C8B-B14F-4D97-AF65-F5344CB8AC3E}">
        <p14:creationId xmlns:p14="http://schemas.microsoft.com/office/powerpoint/2010/main" val="41391419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8D39FF-143F-C68A-5782-987BD032EAFD}"/>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C995CB4-0B24-1E50-4659-4B9229F38CC8}"/>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22DA2CD-2677-6950-6B80-CE5182F132CA}"/>
              </a:ext>
            </a:extLst>
          </p:cNvPr>
          <p:cNvSpPr>
            <a:spLocks noGrp="1"/>
          </p:cNvSpPr>
          <p:nvPr>
            <p:ph type="dt" sz="half" idx="10"/>
          </p:nvPr>
        </p:nvSpPr>
        <p:spPr>
          <a:xfrm>
            <a:off x="838200" y="6356350"/>
            <a:ext cx="2743200" cy="365125"/>
          </a:xfrm>
          <a:prstGeom prst="rect">
            <a:avLst/>
          </a:prstGeom>
        </p:spPr>
        <p:txBody>
          <a:bodyPr/>
          <a:lstStyle/>
          <a:p>
            <a:fld id="{F4AA6CC7-1AE6-43FC-980B-2EEEA97DB20C}" type="datetimeFigureOut">
              <a:rPr lang="zh-CN" altLang="en-US" smtClean="0"/>
              <a:t>2026/3/14</a:t>
            </a:fld>
            <a:endParaRPr lang="zh-CN" altLang="en-US"/>
          </a:p>
        </p:txBody>
      </p:sp>
      <p:sp>
        <p:nvSpPr>
          <p:cNvPr id="5" name="页脚占位符 4">
            <a:extLst>
              <a:ext uri="{FF2B5EF4-FFF2-40B4-BE49-F238E27FC236}">
                <a16:creationId xmlns:a16="http://schemas.microsoft.com/office/drawing/2014/main" id="{70F73584-BD00-D5DB-FB87-044A421E45F8}"/>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04D86AE0-8A63-7B01-30DA-64AA61C51868}"/>
              </a:ext>
            </a:extLst>
          </p:cNvPr>
          <p:cNvSpPr>
            <a:spLocks noGrp="1"/>
          </p:cNvSpPr>
          <p:nvPr>
            <p:ph type="sldNum" sz="quarter" idx="12"/>
          </p:nvPr>
        </p:nvSpPr>
        <p:spPr>
          <a:xfrm>
            <a:off x="8610600" y="6356350"/>
            <a:ext cx="2743200" cy="365125"/>
          </a:xfrm>
          <a:prstGeom prst="rect">
            <a:avLst/>
          </a:prstGeom>
        </p:spPr>
        <p:txBody>
          <a:bodyPr/>
          <a:lstStyle/>
          <a:p>
            <a:fld id="{5F102782-81BE-46DD-851C-DE61FE13B663}" type="slidenum">
              <a:rPr lang="zh-CN" altLang="en-US" smtClean="0"/>
              <a:t>‹#›</a:t>
            </a:fld>
            <a:endParaRPr lang="zh-CN" altLang="en-US"/>
          </a:p>
        </p:txBody>
      </p:sp>
    </p:spTree>
    <p:extLst>
      <p:ext uri="{BB962C8B-B14F-4D97-AF65-F5344CB8AC3E}">
        <p14:creationId xmlns:p14="http://schemas.microsoft.com/office/powerpoint/2010/main" val="2502103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69B58B0-CEDC-B7BC-44B6-30131D377DE1}"/>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D86EE4C-191D-D9BA-D225-F96048CC690B}"/>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846C89B-C880-ED50-7211-0819A905FF4C}"/>
              </a:ext>
            </a:extLst>
          </p:cNvPr>
          <p:cNvSpPr>
            <a:spLocks noGrp="1"/>
          </p:cNvSpPr>
          <p:nvPr>
            <p:ph type="dt" sz="half" idx="10"/>
          </p:nvPr>
        </p:nvSpPr>
        <p:spPr>
          <a:xfrm>
            <a:off x="838200" y="6356350"/>
            <a:ext cx="2743200" cy="365125"/>
          </a:xfrm>
          <a:prstGeom prst="rect">
            <a:avLst/>
          </a:prstGeom>
        </p:spPr>
        <p:txBody>
          <a:bodyPr/>
          <a:lstStyle/>
          <a:p>
            <a:fld id="{F4AA6CC7-1AE6-43FC-980B-2EEEA97DB20C}" type="datetimeFigureOut">
              <a:rPr lang="zh-CN" altLang="en-US" smtClean="0"/>
              <a:t>2026/3/14</a:t>
            </a:fld>
            <a:endParaRPr lang="zh-CN" altLang="en-US"/>
          </a:p>
        </p:txBody>
      </p:sp>
      <p:sp>
        <p:nvSpPr>
          <p:cNvPr id="5" name="页脚占位符 4">
            <a:extLst>
              <a:ext uri="{FF2B5EF4-FFF2-40B4-BE49-F238E27FC236}">
                <a16:creationId xmlns:a16="http://schemas.microsoft.com/office/drawing/2014/main" id="{2968A8ED-3578-C61E-6A1D-94B4C58584C1}"/>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DE7F6F5E-22FD-A275-866B-17B5D0FE4FA4}"/>
              </a:ext>
            </a:extLst>
          </p:cNvPr>
          <p:cNvSpPr>
            <a:spLocks noGrp="1"/>
          </p:cNvSpPr>
          <p:nvPr>
            <p:ph type="sldNum" sz="quarter" idx="12"/>
          </p:nvPr>
        </p:nvSpPr>
        <p:spPr>
          <a:xfrm>
            <a:off x="8610600" y="6356350"/>
            <a:ext cx="2743200" cy="365125"/>
          </a:xfrm>
          <a:prstGeom prst="rect">
            <a:avLst/>
          </a:prstGeom>
        </p:spPr>
        <p:txBody>
          <a:bodyPr/>
          <a:lstStyle/>
          <a:p>
            <a:fld id="{5F102782-81BE-46DD-851C-DE61FE13B663}" type="slidenum">
              <a:rPr lang="zh-CN" altLang="en-US" smtClean="0"/>
              <a:t>‹#›</a:t>
            </a:fld>
            <a:endParaRPr lang="zh-CN" altLang="en-US"/>
          </a:p>
        </p:txBody>
      </p:sp>
    </p:spTree>
    <p:extLst>
      <p:ext uri="{BB962C8B-B14F-4D97-AF65-F5344CB8AC3E}">
        <p14:creationId xmlns:p14="http://schemas.microsoft.com/office/powerpoint/2010/main" val="34655941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ABF9643A-0A79-4D24-19DA-26591B02F077}"/>
              </a:ext>
            </a:extLst>
          </p:cNvPr>
          <p:cNvSpPr/>
          <p:nvPr userDrawn="1"/>
        </p:nvSpPr>
        <p:spPr>
          <a:xfrm>
            <a:off x="0" y="0"/>
            <a:ext cx="12192000" cy="6858000"/>
          </a:xfrm>
          <a:prstGeom prst="rect">
            <a:avLst/>
          </a:prstGeom>
          <a:gradFill>
            <a:gsLst>
              <a:gs pos="0">
                <a:schemeClr val="bg1">
                  <a:alpha val="0"/>
                </a:schemeClr>
              </a:gs>
              <a:gs pos="43000">
                <a:schemeClr val="bg1">
                  <a:alpha val="37000"/>
                </a:schemeClr>
              </a:gs>
              <a:gs pos="58000">
                <a:schemeClr val="bg1">
                  <a:alpha val="66000"/>
                </a:schemeClr>
              </a:gs>
              <a:gs pos="100000">
                <a:schemeClr val="accent1">
                  <a:lumMod val="20000"/>
                  <a:lumOff val="8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024593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xml"/><Relationship Id="rId7" Type="http://schemas.openxmlformats.org/officeDocument/2006/relationships/image" Target="../media/image2.jpg"/><Relationship Id="rId12" Type="http://schemas.openxmlformats.org/officeDocument/2006/relationships/image" Target="../media/image6.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jpeg"/><Relationship Id="rId11" Type="http://schemas.microsoft.com/office/2007/relationships/hdphoto" Target="../media/hdphoto1.wdp"/><Relationship Id="rId5" Type="http://schemas.openxmlformats.org/officeDocument/2006/relationships/slideLayout" Target="../slideLayouts/slideLayout1.xml"/><Relationship Id="rId10" Type="http://schemas.openxmlformats.org/officeDocument/2006/relationships/image" Target="../media/image5.png"/><Relationship Id="rId4" Type="http://schemas.openxmlformats.org/officeDocument/2006/relationships/tags" Target="../tags/tag4.xml"/><Relationship Id="rId9"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image" Target="../media/image1.jpeg"/><Relationship Id="rId7" Type="http://schemas.microsoft.com/office/2007/relationships/hdphoto" Target="../media/hdphoto2.wdp"/><Relationship Id="rId2" Type="http://schemas.openxmlformats.org/officeDocument/2006/relationships/slideLayout" Target="../slideLayouts/slideLayout1.xml"/><Relationship Id="rId1" Type="http://schemas.openxmlformats.org/officeDocument/2006/relationships/tags" Target="../tags/tag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0.jpg"/></Relationships>
</file>

<file path=ppt/slides/_rels/slide4.xml.rels><?xml version="1.0" encoding="UTF-8" standalone="yes"?>
<Relationships xmlns="http://schemas.openxmlformats.org/package/2006/relationships"><Relationship Id="rId8" Type="http://schemas.openxmlformats.org/officeDocument/2006/relationships/image" Target="../media/image1.jpeg"/><Relationship Id="rId13" Type="http://schemas.microsoft.com/office/2007/relationships/hdphoto" Target="../media/hdphoto3.wdp"/><Relationship Id="rId3" Type="http://schemas.openxmlformats.org/officeDocument/2006/relationships/tags" Target="../tags/tag8.xml"/><Relationship Id="rId7" Type="http://schemas.openxmlformats.org/officeDocument/2006/relationships/slideLayout" Target="../slideLayouts/slideLayout1.xml"/><Relationship Id="rId12" Type="http://schemas.openxmlformats.org/officeDocument/2006/relationships/image" Target="../media/image13.pn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image" Target="../media/image12.jpg"/><Relationship Id="rId5" Type="http://schemas.openxmlformats.org/officeDocument/2006/relationships/tags" Target="../tags/tag10.xml"/><Relationship Id="rId10" Type="http://schemas.openxmlformats.org/officeDocument/2006/relationships/image" Target="../media/image11.png"/><Relationship Id="rId4" Type="http://schemas.openxmlformats.org/officeDocument/2006/relationships/tags" Target="../tags/tag9.xml"/><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0.jp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5.png"/><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14.xml"/><Relationship Id="rId7" Type="http://schemas.openxmlformats.org/officeDocument/2006/relationships/image" Target="../media/image2.jp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1.jpeg"/><Relationship Id="rId11" Type="http://schemas.microsoft.com/office/2007/relationships/hdphoto" Target="../media/hdphoto1.wdp"/><Relationship Id="rId5" Type="http://schemas.openxmlformats.org/officeDocument/2006/relationships/slideLayout" Target="../slideLayouts/slideLayout1.xml"/><Relationship Id="rId10" Type="http://schemas.openxmlformats.org/officeDocument/2006/relationships/image" Target="../media/image5.png"/><Relationship Id="rId4" Type="http://schemas.openxmlformats.org/officeDocument/2006/relationships/tags" Target="../tags/tag15.xml"/><Relationship Id="rId9"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tags" Target="../tags/tag18.xml"/><Relationship Id="rId7" Type="http://schemas.openxmlformats.org/officeDocument/2006/relationships/image" Target="../media/image3.pn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1.jpeg"/><Relationship Id="rId5" Type="http://schemas.openxmlformats.org/officeDocument/2006/relationships/slideLayout" Target="../slideLayouts/slideLayout1.xml"/><Relationship Id="rId4" Type="http://schemas.openxmlformats.org/officeDocument/2006/relationships/tags" Target="../tags/tag1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6">
            <a:lum/>
          </a:blip>
          <a:srcRect/>
          <a:stretch>
            <a:fillRect t="-17000" b="-17000"/>
          </a:stretch>
        </a:blipFill>
        <a:effectLst/>
      </p:bgPr>
    </p:bg>
    <p:spTree>
      <p:nvGrpSpPr>
        <p:cNvPr id="1" name="">
          <a:extLst>
            <a:ext uri="{FF2B5EF4-FFF2-40B4-BE49-F238E27FC236}">
              <a16:creationId xmlns:a16="http://schemas.microsoft.com/office/drawing/2014/main" id="{C49312CD-28A1-ABE3-1809-331D847BC043}"/>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BA39BBD1-4754-DC39-5539-58719B23324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97000" y="0"/>
            <a:ext cx="9140428" cy="6858000"/>
          </a:xfrm>
          <a:prstGeom prst="rect">
            <a:avLst/>
          </a:prstGeom>
        </p:spPr>
      </p:pic>
      <p:sp>
        <p:nvSpPr>
          <p:cNvPr id="3" name="矩形 2">
            <a:extLst>
              <a:ext uri="{FF2B5EF4-FFF2-40B4-BE49-F238E27FC236}">
                <a16:creationId xmlns:a16="http://schemas.microsoft.com/office/drawing/2014/main" id="{DB0BF7EB-AC3D-AE46-7B22-F15238BB64C8}"/>
              </a:ext>
            </a:extLst>
          </p:cNvPr>
          <p:cNvSpPr/>
          <p:nvPr/>
        </p:nvSpPr>
        <p:spPr>
          <a:xfrm>
            <a:off x="0" y="0"/>
            <a:ext cx="12192000" cy="6858000"/>
          </a:xfrm>
          <a:prstGeom prst="rect">
            <a:avLst/>
          </a:prstGeom>
          <a:gradFill flip="none" rotWithShape="1">
            <a:gsLst>
              <a:gs pos="0">
                <a:schemeClr val="accent1">
                  <a:lumMod val="5000"/>
                  <a:lumOff val="95000"/>
                  <a:alpha val="45000"/>
                </a:schemeClr>
              </a:gs>
              <a:gs pos="65000">
                <a:schemeClr val="accent1">
                  <a:lumMod val="45000"/>
                  <a:lumOff val="55000"/>
                </a:schemeClr>
              </a:gs>
              <a:gs pos="83000">
                <a:schemeClr val="accent1">
                  <a:lumMod val="45000"/>
                  <a:lumOff val="55000"/>
                </a:schemeClr>
              </a:gs>
              <a:gs pos="100000">
                <a:schemeClr val="accent1">
                  <a:lumMod val="60000"/>
                  <a:lumOff val="40000"/>
                </a:schemeClr>
              </a:gs>
            </a:gsLst>
            <a:lin ang="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6" descr="图片包含 标志, 照片, 食物, 停止&#10;&#10;描述已自动生成">
            <a:extLst>
              <a:ext uri="{FF2B5EF4-FFF2-40B4-BE49-F238E27FC236}">
                <a16:creationId xmlns:a16="http://schemas.microsoft.com/office/drawing/2014/main" id="{04129637-76CD-C351-9F8A-F4F4E907A0CD}"/>
              </a:ext>
            </a:extLst>
          </p:cNvPr>
          <p:cNvPicPr>
            <a:picLocks noChangeAspect="1"/>
          </p:cNvPicPr>
          <p:nvPr>
            <p:custDataLst>
              <p:tags r:id="rId1"/>
            </p:custDataLst>
          </p:nvPr>
        </p:nvPicPr>
        <p:blipFill>
          <a:blip r:embed="rId8" cstate="print"/>
          <a:stretch>
            <a:fillRect/>
          </a:stretch>
        </p:blipFill>
        <p:spPr>
          <a:xfrm>
            <a:off x="215817" y="140452"/>
            <a:ext cx="2601236" cy="803694"/>
          </a:xfrm>
          <a:prstGeom prst="rect">
            <a:avLst/>
          </a:prstGeom>
        </p:spPr>
      </p:pic>
      <p:sp>
        <p:nvSpPr>
          <p:cNvPr id="70" name="任意多边形: 形状 69">
            <a:extLst>
              <a:ext uri="{FF2B5EF4-FFF2-40B4-BE49-F238E27FC236}">
                <a16:creationId xmlns:a16="http://schemas.microsoft.com/office/drawing/2014/main" id="{256A21FC-A0F2-3DD2-EBBB-8ECD5922BDAD}"/>
              </a:ext>
            </a:extLst>
          </p:cNvPr>
          <p:cNvSpPr/>
          <p:nvPr/>
        </p:nvSpPr>
        <p:spPr>
          <a:xfrm rot="21419250">
            <a:off x="121656" y="6296830"/>
            <a:ext cx="12118748" cy="1197037"/>
          </a:xfrm>
          <a:custGeom>
            <a:avLst/>
            <a:gdLst>
              <a:gd name="connsiteX0" fmla="*/ 12118748 w 12118748"/>
              <a:gd name="connsiteY0" fmla="*/ 9701 h 1197037"/>
              <a:gd name="connsiteX1" fmla="*/ 12056124 w 12118748"/>
              <a:gd name="connsiteY1" fmla="*/ 670749 h 1197037"/>
              <a:gd name="connsiteX2" fmla="*/ 11502946 w 12118748"/>
              <a:gd name="connsiteY2" fmla="*/ 639960 h 1197037"/>
              <a:gd name="connsiteX3" fmla="*/ 8287832 w 12118748"/>
              <a:gd name="connsiteY3" fmla="*/ 562568 h 1197037"/>
              <a:gd name="connsiteX4" fmla="*/ 8202390 w 12118748"/>
              <a:gd name="connsiteY4" fmla="*/ 563066 h 1197037"/>
              <a:gd name="connsiteX5" fmla="*/ 8096633 w 12118748"/>
              <a:gd name="connsiteY5" fmla="*/ 562567 h 1197037"/>
              <a:gd name="connsiteX6" fmla="*/ 73151 w 12118748"/>
              <a:gd name="connsiteY6" fmla="*/ 1177902 h 1197037"/>
              <a:gd name="connsiteX7" fmla="*/ 0 w 12118748"/>
              <a:gd name="connsiteY7" fmla="*/ 1197037 h 1197037"/>
              <a:gd name="connsiteX8" fmla="*/ 60337 w 12118748"/>
              <a:gd name="connsiteY8" fmla="*/ 1170582 h 1197037"/>
              <a:gd name="connsiteX9" fmla="*/ 8283188 w 12118748"/>
              <a:gd name="connsiteY9" fmla="*/ 65395 h 1197037"/>
              <a:gd name="connsiteX10" fmla="*/ 11892501 w 12118748"/>
              <a:gd name="connsiteY10" fmla="*/ 4842 h 1197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18748" h="1197037">
                <a:moveTo>
                  <a:pt x="12118748" y="9701"/>
                </a:moveTo>
                <a:lnTo>
                  <a:pt x="12056124" y="670749"/>
                </a:lnTo>
                <a:lnTo>
                  <a:pt x="11502946" y="639960"/>
                </a:lnTo>
                <a:cubicBezTo>
                  <a:pt x="10507433" y="590008"/>
                  <a:pt x="9422816" y="562568"/>
                  <a:pt x="8287832" y="562568"/>
                </a:cubicBezTo>
                <a:lnTo>
                  <a:pt x="8202390" y="563066"/>
                </a:lnTo>
                <a:lnTo>
                  <a:pt x="8096633" y="562567"/>
                </a:lnTo>
                <a:cubicBezTo>
                  <a:pt x="4587391" y="562568"/>
                  <a:pt x="1548575" y="812972"/>
                  <a:pt x="73151" y="1177902"/>
                </a:cubicBezTo>
                <a:lnTo>
                  <a:pt x="0" y="1197037"/>
                </a:lnTo>
                <a:lnTo>
                  <a:pt x="60337" y="1170582"/>
                </a:lnTo>
                <a:cubicBezTo>
                  <a:pt x="1248424" y="685489"/>
                  <a:pt x="4475235" y="233368"/>
                  <a:pt x="8283188" y="65395"/>
                </a:cubicBezTo>
                <a:cubicBezTo>
                  <a:pt x="9568253" y="8710"/>
                  <a:pt x="10790241" y="-9913"/>
                  <a:pt x="11892501" y="4842"/>
                </a:cubicBezTo>
                <a:close/>
              </a:path>
            </a:pathLst>
          </a:custGeom>
          <a:solidFill>
            <a:srgbClr val="F2BA02">
              <a:lumMod val="20000"/>
              <a:lumOff val="80000"/>
            </a:srgbClr>
          </a:solidFill>
          <a:ln w="15875" cap="flat" cmpd="sng" algn="ctr">
            <a:noFill/>
            <a:prstDash val="solid"/>
            <a:miter lim="800000"/>
          </a:ln>
          <a:effectLst>
            <a:outerShdw blurRad="190500" dist="114300" dir="5400000" sx="102000" sy="102000" algn="ctr" rotWithShape="0">
              <a:srgbClr val="4874CB">
                <a:alpha val="20000"/>
              </a:srgbClr>
            </a:outerShdw>
          </a:effectLst>
        </p:spPr>
        <p:txBody>
          <a:bodyPr rot="0" spcFirstLastPara="0"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4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4" name="文本框 7">
            <a:extLst>
              <a:ext uri="{FF2B5EF4-FFF2-40B4-BE49-F238E27FC236}">
                <a16:creationId xmlns:a16="http://schemas.microsoft.com/office/drawing/2014/main" id="{9BC33BB7-EAB6-29E3-1B3B-D98A038B0EBC}"/>
              </a:ext>
            </a:extLst>
          </p:cNvPr>
          <p:cNvSpPr txBox="1"/>
          <p:nvPr>
            <p:custDataLst>
              <p:tags r:id="rId2"/>
            </p:custDataLst>
          </p:nvPr>
        </p:nvSpPr>
        <p:spPr>
          <a:xfrm>
            <a:off x="3370580" y="5265585"/>
            <a:ext cx="5450840" cy="1348740"/>
          </a:xfrm>
          <a:prstGeom prst="rect">
            <a:avLst/>
          </a:prstGeom>
          <a:noFill/>
          <a:ln>
            <a:noFill/>
          </a:ln>
        </p:spPr>
        <p:txBody>
          <a:bodyPr wrap="square" rtlCol="0">
            <a:noAutofit/>
          </a:bodyPr>
          <a:lstStyle/>
          <a:p>
            <a:pPr algn="ctr">
              <a:lnSpc>
                <a:spcPct val="130000"/>
              </a:lnSpc>
            </a:pPr>
            <a:r>
              <a:rPr lang="zh-CN" altLang="en-US" sz="2800" b="1" dirty="0">
                <a:solidFill>
                  <a:srgbClr val="1D3F69"/>
                </a:solidFill>
                <a:latin typeface="微软雅黑" charset="-122"/>
                <a:ea typeface="微软雅黑" charset="-122"/>
                <a:sym typeface="+mn-ea"/>
              </a:rPr>
              <a:t>姓名：暨小南</a:t>
            </a:r>
            <a:endParaRPr lang="en-US" altLang="zh-CN" sz="2800" b="1" dirty="0">
              <a:solidFill>
                <a:srgbClr val="1D3F69"/>
              </a:solidFill>
              <a:latin typeface="微软雅黑" charset="-122"/>
              <a:ea typeface="微软雅黑" charset="-122"/>
              <a:sym typeface="+mn-ea"/>
            </a:endParaRPr>
          </a:p>
          <a:p>
            <a:pPr algn="ctr">
              <a:lnSpc>
                <a:spcPct val="130000"/>
              </a:lnSpc>
            </a:pPr>
            <a:r>
              <a:rPr lang="en-US" altLang="zh-CN" sz="2800" dirty="0">
                <a:solidFill>
                  <a:srgbClr val="1D3F69"/>
                </a:solidFill>
                <a:latin typeface="微软雅黑" charset="-122"/>
                <a:ea typeface="微软雅黑" charset="-122"/>
                <a:cs typeface="微软雅黑" charset="-122"/>
                <a:sym typeface="+mn-ea"/>
              </a:rPr>
              <a:t>XX</a:t>
            </a:r>
            <a:r>
              <a:rPr lang="zh-CN" altLang="en-US" sz="2800" dirty="0">
                <a:solidFill>
                  <a:srgbClr val="1D3F69"/>
                </a:solidFill>
                <a:latin typeface="微软雅黑" charset="-122"/>
                <a:ea typeface="微软雅黑" charset="-122"/>
                <a:cs typeface="微软雅黑" charset="-122"/>
                <a:sym typeface="+mn-ea"/>
              </a:rPr>
              <a:t>学院</a:t>
            </a:r>
            <a:r>
              <a:rPr lang="en-US" altLang="zh-CN" sz="2800" dirty="0">
                <a:solidFill>
                  <a:srgbClr val="1D3F69"/>
                </a:solidFill>
                <a:latin typeface="微软雅黑" charset="-122"/>
                <a:ea typeface="微软雅黑" charset="-122"/>
                <a:cs typeface="微软雅黑" charset="-122"/>
                <a:sym typeface="+mn-ea"/>
              </a:rPr>
              <a:t>2025</a:t>
            </a:r>
            <a:r>
              <a:rPr lang="zh-CN" altLang="en-US" sz="2800" dirty="0">
                <a:solidFill>
                  <a:srgbClr val="1D3F69"/>
                </a:solidFill>
                <a:latin typeface="微软雅黑" charset="-122"/>
                <a:ea typeface="微软雅黑" charset="-122"/>
                <a:cs typeface="微软雅黑" charset="-122"/>
                <a:sym typeface="+mn-ea"/>
              </a:rPr>
              <a:t>级</a:t>
            </a:r>
            <a:r>
              <a:rPr lang="en-US" altLang="zh-CN" sz="2800" dirty="0">
                <a:solidFill>
                  <a:srgbClr val="1D3F69"/>
                </a:solidFill>
                <a:latin typeface="微软雅黑" charset="-122"/>
                <a:ea typeface="微软雅黑" charset="-122"/>
                <a:cs typeface="微软雅黑" charset="-122"/>
                <a:sym typeface="+mn-ea"/>
              </a:rPr>
              <a:t>XXX</a:t>
            </a:r>
            <a:r>
              <a:rPr lang="zh-CN" altLang="en-US" sz="2800" dirty="0">
                <a:solidFill>
                  <a:srgbClr val="1D3F69"/>
                </a:solidFill>
                <a:latin typeface="微软雅黑" charset="-122"/>
                <a:ea typeface="微软雅黑" charset="-122"/>
                <a:cs typeface="微软雅黑" charset="-122"/>
                <a:sym typeface="+mn-ea"/>
              </a:rPr>
              <a:t>专业</a:t>
            </a:r>
          </a:p>
        </p:txBody>
      </p:sp>
      <p:grpSp>
        <p:nvGrpSpPr>
          <p:cNvPr id="64" name="组合 63">
            <a:extLst>
              <a:ext uri="{FF2B5EF4-FFF2-40B4-BE49-F238E27FC236}">
                <a16:creationId xmlns:a16="http://schemas.microsoft.com/office/drawing/2014/main" id="{AED22E0D-827A-CC43-7F9D-38DAF440F267}"/>
              </a:ext>
            </a:extLst>
          </p:cNvPr>
          <p:cNvGrpSpPr/>
          <p:nvPr/>
        </p:nvGrpSpPr>
        <p:grpSpPr>
          <a:xfrm>
            <a:off x="-12520" y="3747565"/>
            <a:ext cx="12217040" cy="1602243"/>
            <a:chOff x="-25040" y="3573689"/>
            <a:chExt cx="12217040" cy="1602243"/>
          </a:xfrm>
        </p:grpSpPr>
        <p:sp>
          <p:nvSpPr>
            <p:cNvPr id="45" name="矩形 44">
              <a:extLst>
                <a:ext uri="{FF2B5EF4-FFF2-40B4-BE49-F238E27FC236}">
                  <a16:creationId xmlns:a16="http://schemas.microsoft.com/office/drawing/2014/main" id="{D380FFBC-1709-B157-97EE-7A5ED0DF6B01}"/>
                </a:ext>
              </a:extLst>
            </p:cNvPr>
            <p:cNvSpPr/>
            <p:nvPr/>
          </p:nvSpPr>
          <p:spPr>
            <a:xfrm>
              <a:off x="-12520" y="3573689"/>
              <a:ext cx="12192000" cy="1602243"/>
            </a:xfrm>
            <a:prstGeom prst="rect">
              <a:avLst/>
            </a:prstGeom>
            <a:solidFill>
              <a:schemeClr val="accent5">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A2E6FC28-6124-CD6B-95F9-DC3B903F9B8A}"/>
                </a:ext>
              </a:extLst>
            </p:cNvPr>
            <p:cNvSpPr/>
            <p:nvPr/>
          </p:nvSpPr>
          <p:spPr>
            <a:xfrm>
              <a:off x="-25040" y="3670296"/>
              <a:ext cx="12217040" cy="1440264"/>
            </a:xfrm>
            <a:prstGeom prst="rect">
              <a:avLst/>
            </a:prstGeom>
            <a:solidFill>
              <a:srgbClr val="4874CB">
                <a:lumMod val="75000"/>
                <a:alpha val="64000"/>
              </a:srgbClr>
            </a:solidFill>
            <a:ln w="12700" cap="flat" cmpd="sng" algn="ctr">
              <a:solidFill>
                <a:srgbClr val="4874CB">
                  <a:shade val="15000"/>
                  <a:alpha val="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srgbClr val="FCE096"/>
                </a:solidFill>
                <a:effectLst/>
                <a:uLnTx/>
                <a:uFillTx/>
                <a:latin typeface="微软雅黑" panose="020B0503020204020204" pitchFamily="34" charset="-122"/>
                <a:ea typeface="微软雅黑" panose="020B0503020204020204" pitchFamily="34" charset="-122"/>
                <a:cs typeface="+mn-cs"/>
              </a:endParaRPr>
            </a:p>
          </p:txBody>
        </p:sp>
        <p:sp>
          <p:nvSpPr>
            <p:cNvPr id="15" name="文本框 3">
              <a:extLst>
                <a:ext uri="{FF2B5EF4-FFF2-40B4-BE49-F238E27FC236}">
                  <a16:creationId xmlns:a16="http://schemas.microsoft.com/office/drawing/2014/main" id="{55A1AB58-2904-F63E-0EC8-2BFFC89960BF}"/>
                </a:ext>
              </a:extLst>
            </p:cNvPr>
            <p:cNvSpPr txBox="1"/>
            <p:nvPr>
              <p:custDataLst>
                <p:tags r:id="rId4"/>
              </p:custDataLst>
            </p:nvPr>
          </p:nvSpPr>
          <p:spPr>
            <a:xfrm>
              <a:off x="666058" y="4039652"/>
              <a:ext cx="10834844" cy="707886"/>
            </a:xfrm>
            <a:prstGeom prst="rect">
              <a:avLst/>
            </a:prstGeom>
            <a:noFill/>
          </p:spPr>
          <p:txBody>
            <a:bodyPr wrap="square" rtlCol="0">
              <a:spAutoFit/>
            </a:bodyPr>
            <a:lstStyle/>
            <a:p>
              <a:pPr algn="ctr"/>
              <a:r>
                <a:rPr lang="zh-CN" altLang="en-US" sz="4000" spc="-150" dirty="0">
                  <a:solidFill>
                    <a:prstClr val="white"/>
                  </a:solidFill>
                  <a:latin typeface="微软雅黑" charset="0"/>
                  <a:ea typeface="微软雅黑" charset="0"/>
                  <a:cs typeface="微软雅黑" charset="0"/>
                  <a:sym typeface="+mn-ea"/>
                </a:rPr>
                <a:t>暨南大学主题活动汇报模板</a:t>
              </a:r>
              <a:endParaRPr lang="zh-CN" altLang="zh-CN" sz="4000" dirty="0">
                <a:solidFill>
                  <a:prstClr val="white"/>
                </a:solidFill>
                <a:latin typeface="微软雅黑" charset="0"/>
                <a:ea typeface="微软雅黑" charset="0"/>
                <a:cs typeface="微软雅黑" charset="0"/>
              </a:endParaRPr>
            </a:p>
          </p:txBody>
        </p:sp>
      </p:grpSp>
      <p:pic>
        <p:nvPicPr>
          <p:cNvPr id="67" name="图片 66">
            <a:extLst>
              <a:ext uri="{FF2B5EF4-FFF2-40B4-BE49-F238E27FC236}">
                <a16:creationId xmlns:a16="http://schemas.microsoft.com/office/drawing/2014/main" id="{07F6B2F8-51BC-9516-CDBE-4B3EE9EDA30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840308" y="4787500"/>
            <a:ext cx="6681444" cy="220230"/>
          </a:xfrm>
          <a:prstGeom prst="rect">
            <a:avLst/>
          </a:prstGeom>
        </p:spPr>
      </p:pic>
      <p:pic>
        <p:nvPicPr>
          <p:cNvPr id="69" name="图片 68" descr="查看图片">
            <a:extLst>
              <a:ext uri="{FF2B5EF4-FFF2-40B4-BE49-F238E27FC236}">
                <a16:creationId xmlns:a16="http://schemas.microsoft.com/office/drawing/2014/main" id="{ED2F8138-2A89-F262-EAF6-308C5C84477E}"/>
              </a:ext>
            </a:extLst>
          </p:cNvPr>
          <p:cNvPicPr>
            <a:picLocks noChangeAspect="1" noChangeArrowheads="1"/>
          </p:cNvPicPr>
          <p:nvPr/>
        </p:nvPicPr>
        <p:blipFill rotWithShape="1">
          <a:blip r:embed="rId10">
            <a:duotone>
              <a:srgbClr val="4874CB">
                <a:shade val="45000"/>
                <a:satMod val="135000"/>
              </a:srgbClr>
              <a:prstClr val="white"/>
            </a:duotone>
            <a:extLst>
              <a:ext uri="{BEBA8EAE-BF5A-486C-A8C5-ECC9F3942E4B}">
                <a14:imgProps xmlns:a14="http://schemas.microsoft.com/office/drawing/2010/main">
                  <a14:imgLayer r:embed="rId11">
                    <a14:imgEffect>
                      <a14:colorTemperature colorTemp="10819"/>
                    </a14:imgEffect>
                    <a14:imgEffect>
                      <a14:saturation sat="104000"/>
                    </a14:imgEffect>
                    <a14:imgEffect>
                      <a14:brightnessContrast bright="21000" contrast="-23000"/>
                    </a14:imgEffect>
                  </a14:imgLayer>
                </a14:imgProps>
              </a:ext>
              <a:ext uri="{28A0092B-C50C-407E-A947-70E740481C1C}">
                <a14:useLocalDpi xmlns:a14="http://schemas.microsoft.com/office/drawing/2010/main" val="0"/>
              </a:ext>
            </a:extLst>
          </a:blip>
          <a:srcRect l="32890" t="59668" r="39968" b="3779"/>
          <a:stretch>
            <a:fillRect/>
          </a:stretch>
        </p:blipFill>
        <p:spPr bwMode="auto">
          <a:xfrm flipH="1">
            <a:off x="0" y="5945954"/>
            <a:ext cx="12192000" cy="963990"/>
          </a:xfrm>
          <a:custGeom>
            <a:avLst/>
            <a:gdLst>
              <a:gd name="connsiteX0" fmla="*/ 12192000 w 12192000"/>
              <a:gd name="connsiteY0" fmla="*/ 0 h 2537673"/>
              <a:gd name="connsiteX1" fmla="*/ 0 w 12192000"/>
              <a:gd name="connsiteY1" fmla="*/ 0 h 2537673"/>
              <a:gd name="connsiteX2" fmla="*/ 0 w 12192000"/>
              <a:gd name="connsiteY2" fmla="*/ 2537673 h 2537673"/>
              <a:gd name="connsiteX3" fmla="*/ 12192000 w 12192000"/>
              <a:gd name="connsiteY3" fmla="*/ 2537673 h 2537673"/>
            </a:gdLst>
            <a:ahLst/>
            <a:cxnLst>
              <a:cxn ang="0">
                <a:pos x="connsiteX0" y="connsiteY0"/>
              </a:cxn>
              <a:cxn ang="0">
                <a:pos x="connsiteX1" y="connsiteY1"/>
              </a:cxn>
              <a:cxn ang="0">
                <a:pos x="connsiteX2" y="connsiteY2"/>
              </a:cxn>
              <a:cxn ang="0">
                <a:pos x="connsiteX3" y="connsiteY3"/>
              </a:cxn>
            </a:cxnLst>
            <a:rect l="l" t="t" r="r" b="b"/>
            <a:pathLst>
              <a:path w="12192000" h="2537673">
                <a:moveTo>
                  <a:pt x="12192000" y="0"/>
                </a:moveTo>
                <a:lnTo>
                  <a:pt x="0" y="0"/>
                </a:lnTo>
                <a:lnTo>
                  <a:pt x="0" y="2537673"/>
                </a:lnTo>
                <a:lnTo>
                  <a:pt x="12192000" y="2537673"/>
                </a:lnTo>
                <a:close/>
              </a:path>
            </a:pathLst>
          </a:custGeom>
          <a:noFill/>
          <a:extLst>
            <a:ext uri="{909E8E84-426E-40DD-AFC4-6F175D3DCCD1}">
              <a14:hiddenFill xmlns:a14="http://schemas.microsoft.com/office/drawing/2010/main">
                <a:solidFill>
                  <a:srgbClr val="FFFFFF"/>
                </a:solidFill>
              </a14:hiddenFill>
            </a:ext>
          </a:extLst>
        </p:spPr>
      </p:pic>
      <p:pic>
        <p:nvPicPr>
          <p:cNvPr id="80" name="图片 79">
            <a:extLst>
              <a:ext uri="{FF2B5EF4-FFF2-40B4-BE49-F238E27FC236}">
                <a16:creationId xmlns:a16="http://schemas.microsoft.com/office/drawing/2014/main" id="{23176E64-4D23-42EB-08A8-8DD67FF5177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flipH="1">
            <a:off x="5303222" y="0"/>
            <a:ext cx="6858000" cy="6858000"/>
          </a:xfrm>
          <a:prstGeom prst="rect">
            <a:avLst/>
          </a:prstGeom>
        </p:spPr>
      </p:pic>
      <p:grpSp>
        <p:nvGrpSpPr>
          <p:cNvPr id="4" name="组合 3">
            <a:extLst>
              <a:ext uri="{FF2B5EF4-FFF2-40B4-BE49-F238E27FC236}">
                <a16:creationId xmlns:a16="http://schemas.microsoft.com/office/drawing/2014/main" id="{1D89F53D-7853-4AFB-CBFF-47573F886ACE}"/>
              </a:ext>
            </a:extLst>
          </p:cNvPr>
          <p:cNvGrpSpPr/>
          <p:nvPr/>
        </p:nvGrpSpPr>
        <p:grpSpPr>
          <a:xfrm>
            <a:off x="3228114" y="557475"/>
            <a:ext cx="8836817" cy="3382963"/>
            <a:chOff x="6369512" y="2091340"/>
            <a:chExt cx="6343749" cy="3575656"/>
          </a:xfrm>
        </p:grpSpPr>
        <p:sp>
          <p:nvSpPr>
            <p:cNvPr id="5" name="文本框 12">
              <a:extLst>
                <a:ext uri="{FF2B5EF4-FFF2-40B4-BE49-F238E27FC236}">
                  <a16:creationId xmlns:a16="http://schemas.microsoft.com/office/drawing/2014/main" id="{F4C1E71D-02EE-4B74-1BD8-C17000EEB1F4}"/>
                </a:ext>
              </a:extLst>
            </p:cNvPr>
            <p:cNvSpPr txBox="1"/>
            <p:nvPr>
              <p:custDataLst>
                <p:tags r:id="rId3"/>
              </p:custDataLst>
            </p:nvPr>
          </p:nvSpPr>
          <p:spPr>
            <a:xfrm>
              <a:off x="6369512" y="2334756"/>
              <a:ext cx="1694997" cy="1693506"/>
            </a:xfrm>
            <a:prstGeom prst="rect">
              <a:avLst/>
            </a:prstGeom>
            <a:noFill/>
          </p:spPr>
          <p:txBody>
            <a:bodyPr wrap="square" rtlCol="0">
              <a:noAutofit/>
            </a:bodyPr>
            <a:lstStyle/>
            <a:p>
              <a:pPr marR="0" lvl="0" indent="0" fontAlgn="auto">
                <a:lnSpc>
                  <a:spcPct val="100000"/>
                </a:lnSpc>
                <a:spcBef>
                  <a:spcPts val="0"/>
                </a:spcBef>
                <a:spcAft>
                  <a:spcPts val="0"/>
                </a:spcAft>
                <a:buClrTx/>
                <a:buSzTx/>
                <a:buFontTx/>
                <a:buNone/>
                <a:tabLst/>
                <a:defRPr/>
              </a:pPr>
              <a:r>
                <a:rPr lang="zh-CN" altLang="en-US" sz="19900" dirty="0">
                  <a:solidFill>
                    <a:schemeClr val="bg1"/>
                  </a:solidFill>
                  <a:effectLst>
                    <a:glow rad="25400">
                      <a:schemeClr val="bg1">
                        <a:alpha val="20000"/>
                      </a:schemeClr>
                    </a:glow>
                    <a:outerShdw blurRad="50800" dist="38100" dir="2700000" algn="tl" rotWithShape="0">
                      <a:prstClr val="black">
                        <a:alpha val="40000"/>
                      </a:prstClr>
                    </a:outerShdw>
                  </a:effectLst>
                  <a:latin typeface="华文行楷" panose="02010800040101010101" charset="-122"/>
                  <a:ea typeface="华文行楷" panose="02010800040101010101" charset="-122"/>
                  <a:sym typeface="+mn-ea"/>
                </a:rPr>
                <a:t>汇</a:t>
              </a:r>
            </a:p>
          </p:txBody>
        </p:sp>
        <p:sp>
          <p:nvSpPr>
            <p:cNvPr id="6" name="文本框 5">
              <a:extLst>
                <a:ext uri="{FF2B5EF4-FFF2-40B4-BE49-F238E27FC236}">
                  <a16:creationId xmlns:a16="http://schemas.microsoft.com/office/drawing/2014/main" id="{1C993D4F-8504-3C9E-39A5-84F0DBA7630C}"/>
                </a:ext>
              </a:extLst>
            </p:cNvPr>
            <p:cNvSpPr txBox="1"/>
            <p:nvPr/>
          </p:nvSpPr>
          <p:spPr>
            <a:xfrm>
              <a:off x="9268849" y="2635101"/>
              <a:ext cx="1422400" cy="2797647"/>
            </a:xfrm>
            <a:prstGeom prst="rect">
              <a:avLst/>
            </a:prstGeom>
            <a:noFill/>
          </p:spPr>
          <p:txBody>
            <a:bodyPr wrap="square">
              <a:spAutoFit/>
            </a:bodyPr>
            <a:lstStyle/>
            <a:p>
              <a:r>
                <a:rPr lang="zh-CN" altLang="en-US" sz="16600" dirty="0">
                  <a:solidFill>
                    <a:schemeClr val="bg1"/>
                  </a:solidFill>
                  <a:effectLst>
                    <a:glow rad="25400">
                      <a:schemeClr val="bg1">
                        <a:alpha val="20000"/>
                      </a:schemeClr>
                    </a:glow>
                    <a:outerShdw blurRad="50800" dist="38100" dir="2700000" algn="tl" rotWithShape="0">
                      <a:prstClr val="black">
                        <a:alpha val="40000"/>
                      </a:prstClr>
                    </a:outerShdw>
                  </a:effectLst>
                  <a:latin typeface="华文行楷" panose="02010800040101010101" charset="-122"/>
                  <a:ea typeface="华文行楷" panose="02010800040101010101" charset="-122"/>
                  <a:sym typeface="+mn-ea"/>
                </a:rPr>
                <a:t>答</a:t>
              </a:r>
            </a:p>
          </p:txBody>
        </p:sp>
        <p:sp>
          <p:nvSpPr>
            <p:cNvPr id="7" name="文本框 6">
              <a:extLst>
                <a:ext uri="{FF2B5EF4-FFF2-40B4-BE49-F238E27FC236}">
                  <a16:creationId xmlns:a16="http://schemas.microsoft.com/office/drawing/2014/main" id="{D23D62D1-38F9-C1BB-8A7C-656D87B7321F}"/>
                </a:ext>
              </a:extLst>
            </p:cNvPr>
            <p:cNvSpPr txBox="1"/>
            <p:nvPr/>
          </p:nvSpPr>
          <p:spPr>
            <a:xfrm>
              <a:off x="7701352" y="2091340"/>
              <a:ext cx="1694997" cy="318801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9000" b="0" i="0" u="none" strike="noStrike" kern="1200" cap="none" spc="0" normalizeH="0" baseline="0" noProof="0" dirty="0">
                  <a:ln>
                    <a:noFill/>
                  </a:ln>
                  <a:gradFill flip="none" rotWithShape="1">
                    <a:gsLst>
                      <a:gs pos="0">
                        <a:schemeClr val="accent1">
                          <a:lumMod val="5000"/>
                          <a:lumOff val="95000"/>
                        </a:schemeClr>
                      </a:gs>
                      <a:gs pos="83000">
                        <a:srgbClr val="FEE492"/>
                      </a:gs>
                      <a:gs pos="100000">
                        <a:srgbClr val="FEE492"/>
                      </a:gs>
                    </a:gsLst>
                    <a:lin ang="5400000" scaled="1"/>
                    <a:tileRect/>
                  </a:gradFill>
                  <a:effectLst>
                    <a:glow rad="63500">
                      <a:schemeClr val="accent4">
                        <a:lumMod val="20000"/>
                        <a:lumOff val="80000"/>
                        <a:alpha val="40000"/>
                      </a:schemeClr>
                    </a:glow>
                    <a:outerShdw blurRad="50800" dist="38100" dir="2700000" algn="tl" rotWithShape="0">
                      <a:prstClr val="black">
                        <a:alpha val="40000"/>
                      </a:prstClr>
                    </a:outerShdw>
                  </a:effectLst>
                  <a:uLnTx/>
                  <a:uFillTx/>
                  <a:latin typeface="华文行楷" panose="02010800040101010101" charset="-122"/>
                  <a:ea typeface="华文行楷" panose="02010800040101010101" charset="-122"/>
                  <a:cs typeface="微软雅黑" charset="-122"/>
                  <a:sym typeface="+mn-ea"/>
                </a:rPr>
                <a:t>报</a:t>
              </a:r>
            </a:p>
          </p:txBody>
        </p:sp>
        <p:sp>
          <p:nvSpPr>
            <p:cNvPr id="9" name="文本框 8">
              <a:extLst>
                <a:ext uri="{FF2B5EF4-FFF2-40B4-BE49-F238E27FC236}">
                  <a16:creationId xmlns:a16="http://schemas.microsoft.com/office/drawing/2014/main" id="{000A6AC2-F954-5A67-0657-5885EDD27FC6}"/>
                </a:ext>
              </a:extLst>
            </p:cNvPr>
            <p:cNvSpPr txBox="1"/>
            <p:nvPr/>
          </p:nvSpPr>
          <p:spPr>
            <a:xfrm>
              <a:off x="10743490" y="2332590"/>
              <a:ext cx="1969771" cy="333440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9900" dirty="0">
                  <a:solidFill>
                    <a:schemeClr val="bg1"/>
                  </a:solidFill>
                  <a:effectLst>
                    <a:glow rad="25400">
                      <a:schemeClr val="bg1">
                        <a:alpha val="20000"/>
                      </a:schemeClr>
                    </a:glow>
                    <a:outerShdw blurRad="50800" dist="38100" dir="2700000" algn="tl" rotWithShape="0">
                      <a:prstClr val="black">
                        <a:alpha val="40000"/>
                      </a:prstClr>
                    </a:outerShdw>
                  </a:effectLst>
                  <a:latin typeface="华文行楷" panose="02010800040101010101" charset="-122"/>
                  <a:ea typeface="华文行楷" panose="02010800040101010101" charset="-122"/>
                  <a:cs typeface="微软雅黑" charset="-122"/>
                  <a:sym typeface="+mn-ea"/>
                </a:rPr>
                <a:t>辩</a:t>
              </a:r>
              <a:endParaRPr kumimoji="0" lang="zh-CN" altLang="en-US" sz="19900" b="0" i="0" u="none" strike="noStrike" kern="1200" cap="none" spc="0" normalizeH="0" baseline="0" noProof="0" dirty="0">
                <a:ln>
                  <a:noFill/>
                </a:ln>
                <a:solidFill>
                  <a:schemeClr val="bg1"/>
                </a:solidFill>
                <a:effectLst>
                  <a:glow rad="25400">
                    <a:schemeClr val="bg1">
                      <a:alpha val="20000"/>
                    </a:schemeClr>
                  </a:glow>
                  <a:outerShdw blurRad="50800" dist="38100" dir="2700000" algn="tl" rotWithShape="0">
                    <a:prstClr val="black">
                      <a:alpha val="40000"/>
                    </a:prstClr>
                  </a:outerShdw>
                </a:effectLst>
                <a:uLnTx/>
                <a:uFillTx/>
                <a:latin typeface="华文行楷" panose="02010800040101010101" charset="-122"/>
                <a:ea typeface="华文行楷" panose="02010800040101010101" charset="-122"/>
                <a:cs typeface="微软雅黑" charset="-122"/>
                <a:sym typeface="+mn-ea"/>
              </a:endParaRPr>
            </a:p>
          </p:txBody>
        </p:sp>
      </p:grpSp>
    </p:spTree>
    <p:extLst>
      <p:ext uri="{BB962C8B-B14F-4D97-AF65-F5344CB8AC3E}">
        <p14:creationId xmlns:p14="http://schemas.microsoft.com/office/powerpoint/2010/main" val="1827500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grpSp>
        <p:nvGrpSpPr>
          <p:cNvPr id="42" name="组合 41">
            <a:extLst>
              <a:ext uri="{FF2B5EF4-FFF2-40B4-BE49-F238E27FC236}">
                <a16:creationId xmlns:a16="http://schemas.microsoft.com/office/drawing/2014/main" id="{0A94C8F9-733E-21FA-B787-D375A3005F37}"/>
              </a:ext>
            </a:extLst>
          </p:cNvPr>
          <p:cNvGrpSpPr/>
          <p:nvPr/>
        </p:nvGrpSpPr>
        <p:grpSpPr>
          <a:xfrm>
            <a:off x="328363" y="617061"/>
            <a:ext cx="11535274" cy="1769715"/>
            <a:chOff x="328363" y="463056"/>
            <a:chExt cx="11535274" cy="1769715"/>
          </a:xfrm>
        </p:grpSpPr>
        <p:grpSp>
          <p:nvGrpSpPr>
            <p:cNvPr id="12" name="组合 11">
              <a:extLst>
                <a:ext uri="{FF2B5EF4-FFF2-40B4-BE49-F238E27FC236}">
                  <a16:creationId xmlns:a16="http://schemas.microsoft.com/office/drawing/2014/main" id="{B956D528-1F6A-0608-58F5-D76B9606333B}"/>
                </a:ext>
              </a:extLst>
            </p:cNvPr>
            <p:cNvGrpSpPr/>
            <p:nvPr/>
          </p:nvGrpSpPr>
          <p:grpSpPr>
            <a:xfrm>
              <a:off x="4162613" y="463056"/>
              <a:ext cx="3866775" cy="1769715"/>
              <a:chOff x="4162611" y="463056"/>
              <a:chExt cx="3866775" cy="1769715"/>
            </a:xfrm>
          </p:grpSpPr>
          <p:sp>
            <p:nvSpPr>
              <p:cNvPr id="8" name="文本框 4">
                <a:extLst>
                  <a:ext uri="{FF2B5EF4-FFF2-40B4-BE49-F238E27FC236}">
                    <a16:creationId xmlns:a16="http://schemas.microsoft.com/office/drawing/2014/main" id="{8559C53D-A36D-4A9E-4E2E-DEA1C7FDCA8F}"/>
                  </a:ext>
                </a:extLst>
              </p:cNvPr>
              <p:cNvSpPr txBox="1"/>
              <p:nvPr/>
            </p:nvSpPr>
            <p:spPr>
              <a:xfrm>
                <a:off x="4667624" y="463056"/>
                <a:ext cx="2856749" cy="923330"/>
              </a:xfrm>
              <a:prstGeom prst="rect">
                <a:avLst/>
              </a:prstGeom>
              <a:noFill/>
            </p:spPr>
            <p:txBody>
              <a:bodyPr wrap="square"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5400" b="1" dirty="0">
                    <a:latin typeface="微软雅黑" charset="0"/>
                    <a:ea typeface="微软雅黑" charset="0"/>
                  </a:rPr>
                  <a:t>目录</a:t>
                </a:r>
              </a:p>
            </p:txBody>
          </p:sp>
          <p:sp>
            <p:nvSpPr>
              <p:cNvPr id="11" name="文本框 4">
                <a:extLst>
                  <a:ext uri="{FF2B5EF4-FFF2-40B4-BE49-F238E27FC236}">
                    <a16:creationId xmlns:a16="http://schemas.microsoft.com/office/drawing/2014/main" id="{D42B90D6-83FB-BB5B-6BC2-4123D3C961ED}"/>
                  </a:ext>
                </a:extLst>
              </p:cNvPr>
              <p:cNvSpPr txBox="1"/>
              <p:nvPr/>
            </p:nvSpPr>
            <p:spPr>
              <a:xfrm>
                <a:off x="4162611" y="1463330"/>
                <a:ext cx="3866775" cy="769441"/>
              </a:xfrm>
              <a:prstGeom prst="rect">
                <a:avLst/>
              </a:prstGeom>
              <a:noFill/>
            </p:spPr>
            <p:txBody>
              <a:bodyPr wrap="square"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4400" b="1" dirty="0">
                    <a:latin typeface="微软雅黑" charset="0"/>
                    <a:ea typeface="微软雅黑" charset="0"/>
                  </a:rPr>
                  <a:t>contents</a:t>
                </a:r>
                <a:endParaRPr lang="zh-CN" altLang="en-US" sz="4400" b="1" dirty="0">
                  <a:latin typeface="微软雅黑" charset="0"/>
                  <a:ea typeface="微软雅黑" charset="0"/>
                </a:endParaRPr>
              </a:p>
            </p:txBody>
          </p:sp>
        </p:grpSp>
        <p:grpSp>
          <p:nvGrpSpPr>
            <p:cNvPr id="41" name="组合 40">
              <a:extLst>
                <a:ext uri="{FF2B5EF4-FFF2-40B4-BE49-F238E27FC236}">
                  <a16:creationId xmlns:a16="http://schemas.microsoft.com/office/drawing/2014/main" id="{6B458D58-A5DD-0299-F1DD-803C4844D298}"/>
                </a:ext>
              </a:extLst>
            </p:cNvPr>
            <p:cNvGrpSpPr/>
            <p:nvPr/>
          </p:nvGrpSpPr>
          <p:grpSpPr>
            <a:xfrm>
              <a:off x="328363" y="1053295"/>
              <a:ext cx="11535274" cy="449538"/>
              <a:chOff x="328363" y="1053295"/>
              <a:chExt cx="11535274" cy="449538"/>
            </a:xfrm>
          </p:grpSpPr>
          <p:grpSp>
            <p:nvGrpSpPr>
              <p:cNvPr id="20" name="Group 18+">
                <a:extLst>
                  <a:ext uri="{FF2B5EF4-FFF2-40B4-BE49-F238E27FC236}">
                    <a16:creationId xmlns:a16="http://schemas.microsoft.com/office/drawing/2014/main" id="{C33FE4CD-AF9F-920E-2900-87098B808A6B}"/>
                  </a:ext>
                </a:extLst>
              </p:cNvPr>
              <p:cNvGrpSpPr/>
              <p:nvPr/>
            </p:nvGrpSpPr>
            <p:grpSpPr>
              <a:xfrm flipH="1">
                <a:off x="328363" y="1053295"/>
                <a:ext cx="4427786" cy="449538"/>
                <a:chOff x="7090283" y="1276355"/>
                <a:chExt cx="2214997" cy="204748"/>
              </a:xfrm>
            </p:grpSpPr>
            <p:grpSp>
              <p:nvGrpSpPr>
                <p:cNvPr id="21" name="组合 20">
                  <a:extLst>
                    <a:ext uri="{FF2B5EF4-FFF2-40B4-BE49-F238E27FC236}">
                      <a16:creationId xmlns:a16="http://schemas.microsoft.com/office/drawing/2014/main" id="{BD8FB75B-C87D-AE47-A8C4-3A18F5C8CC69}"/>
                    </a:ext>
                  </a:extLst>
                </p:cNvPr>
                <p:cNvGrpSpPr/>
                <p:nvPr/>
              </p:nvGrpSpPr>
              <p:grpSpPr>
                <a:xfrm>
                  <a:off x="7090283" y="1276355"/>
                  <a:ext cx="245873" cy="204748"/>
                  <a:chOff x="7060802" y="1241077"/>
                  <a:chExt cx="330599" cy="275303"/>
                </a:xfrm>
              </p:grpSpPr>
              <p:sp>
                <p:nvSpPr>
                  <p:cNvPr id="23" name="111-5">
                    <a:extLst>
                      <a:ext uri="{FF2B5EF4-FFF2-40B4-BE49-F238E27FC236}">
                        <a16:creationId xmlns:a16="http://schemas.microsoft.com/office/drawing/2014/main" id="{3B652CC2-BE02-F444-4F80-E77C3701CFDD}"/>
                      </a:ext>
                    </a:extLst>
                  </p:cNvPr>
                  <p:cNvSpPr/>
                  <p:nvPr/>
                </p:nvSpPr>
                <p:spPr>
                  <a:xfrm>
                    <a:off x="7060802" y="1241077"/>
                    <a:ext cx="274298" cy="274299"/>
                  </a:xfrm>
                  <a:prstGeom prst="diamond">
                    <a:avLst/>
                  </a:prstGeom>
                  <a:noFill/>
                  <a:ln w="3175" cap="flat" cmpd="sng" algn="ctr">
                    <a:solidFill>
                      <a:srgbClr val="18489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4" name="111-6">
                    <a:extLst>
                      <a:ext uri="{FF2B5EF4-FFF2-40B4-BE49-F238E27FC236}">
                        <a16:creationId xmlns:a16="http://schemas.microsoft.com/office/drawing/2014/main" id="{2CA576CB-C60A-DAED-F991-97FC07DBFF65}"/>
                      </a:ext>
                    </a:extLst>
                  </p:cNvPr>
                  <p:cNvSpPr/>
                  <p:nvPr/>
                </p:nvSpPr>
                <p:spPr>
                  <a:xfrm>
                    <a:off x="7117103" y="1242082"/>
                    <a:ext cx="274298" cy="274298"/>
                  </a:xfrm>
                  <a:prstGeom prst="diamond">
                    <a:avLst/>
                  </a:prstGeom>
                  <a:gradFill flip="none" rotWithShape="1">
                    <a:gsLst>
                      <a:gs pos="42000">
                        <a:srgbClr val="18489C"/>
                      </a:gs>
                      <a:gs pos="75000">
                        <a:srgbClr val="18489C">
                          <a:lumMod val="89000"/>
                          <a:lumOff val="11000"/>
                        </a:srgbClr>
                      </a:gs>
                      <a:gs pos="100000">
                        <a:srgbClr val="18489C"/>
                      </a:gs>
                      <a:gs pos="2000">
                        <a:srgbClr val="18489C">
                          <a:lumMod val="40000"/>
                          <a:lumOff val="60000"/>
                        </a:srgbClr>
                      </a:gs>
                    </a:gsLst>
                    <a:path path="circle">
                      <a:fillToRect r="100000" b="100000"/>
                    </a:path>
                    <a:tileRect l="-100000" t="-100000"/>
                  </a:gradFill>
                  <a:ln w="12700" cap="flat" cmpd="sng" algn="ctr">
                    <a:noFill/>
                    <a:prstDash val="solid"/>
                    <a:miter lim="800000"/>
                  </a:ln>
                  <a:effectLst/>
                  <a:scene3d>
                    <a:camera prst="orthographicFront"/>
                    <a:lightRig rig="contrasting" dir="t"/>
                  </a:scene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grpSp>
            <p:cxnSp>
              <p:nvCxnSpPr>
                <p:cNvPr id="22" name="111-7">
                  <a:extLst>
                    <a:ext uri="{FF2B5EF4-FFF2-40B4-BE49-F238E27FC236}">
                      <a16:creationId xmlns:a16="http://schemas.microsoft.com/office/drawing/2014/main" id="{0483BCD1-B71A-FA5F-EA30-3FF724346C40}"/>
                    </a:ext>
                  </a:extLst>
                </p:cNvPr>
                <p:cNvCxnSpPr>
                  <a:cxnSpLocks/>
                </p:cNvCxnSpPr>
                <p:nvPr/>
              </p:nvCxnSpPr>
              <p:spPr>
                <a:xfrm>
                  <a:off x="7451995" y="1378355"/>
                  <a:ext cx="1853285" cy="0"/>
                </a:xfrm>
                <a:prstGeom prst="line">
                  <a:avLst/>
                </a:prstGeom>
                <a:noFill/>
                <a:ln w="12700" cap="flat" cmpd="sng" algn="ctr">
                  <a:gradFill flip="none" rotWithShape="1">
                    <a:gsLst>
                      <a:gs pos="8000">
                        <a:srgbClr val="18489C"/>
                      </a:gs>
                      <a:gs pos="99000">
                        <a:srgbClr val="18489C">
                          <a:alpha val="0"/>
                        </a:srgbClr>
                      </a:gs>
                    </a:gsLst>
                    <a:lin ang="0" scaled="1"/>
                    <a:tileRect/>
                  </a:gradFill>
                  <a:prstDash val="solid"/>
                  <a:miter lim="800000"/>
                </a:ln>
                <a:effectLst/>
              </p:spPr>
            </p:cxnSp>
          </p:grpSp>
          <p:grpSp>
            <p:nvGrpSpPr>
              <p:cNvPr id="25" name="Group 18+">
                <a:extLst>
                  <a:ext uri="{FF2B5EF4-FFF2-40B4-BE49-F238E27FC236}">
                    <a16:creationId xmlns:a16="http://schemas.microsoft.com/office/drawing/2014/main" id="{110ED26D-927D-C705-FF06-09B083981749}"/>
                  </a:ext>
                </a:extLst>
              </p:cNvPr>
              <p:cNvGrpSpPr/>
              <p:nvPr/>
            </p:nvGrpSpPr>
            <p:grpSpPr>
              <a:xfrm>
                <a:off x="7435851" y="1053295"/>
                <a:ext cx="4427786" cy="449538"/>
                <a:chOff x="7090283" y="1276355"/>
                <a:chExt cx="2214997" cy="204748"/>
              </a:xfrm>
            </p:grpSpPr>
            <p:grpSp>
              <p:nvGrpSpPr>
                <p:cNvPr id="26" name="组合 25">
                  <a:extLst>
                    <a:ext uri="{FF2B5EF4-FFF2-40B4-BE49-F238E27FC236}">
                      <a16:creationId xmlns:a16="http://schemas.microsoft.com/office/drawing/2014/main" id="{5B8BD520-2B49-65D8-BC59-C361DF94A40B}"/>
                    </a:ext>
                  </a:extLst>
                </p:cNvPr>
                <p:cNvGrpSpPr/>
                <p:nvPr/>
              </p:nvGrpSpPr>
              <p:grpSpPr>
                <a:xfrm>
                  <a:off x="7090283" y="1276355"/>
                  <a:ext cx="245873" cy="204748"/>
                  <a:chOff x="7060802" y="1241077"/>
                  <a:chExt cx="330599" cy="275303"/>
                </a:xfrm>
              </p:grpSpPr>
              <p:sp>
                <p:nvSpPr>
                  <p:cNvPr id="28" name="111-5">
                    <a:extLst>
                      <a:ext uri="{FF2B5EF4-FFF2-40B4-BE49-F238E27FC236}">
                        <a16:creationId xmlns:a16="http://schemas.microsoft.com/office/drawing/2014/main" id="{08DCBB0B-DEBB-19A7-B0E0-E93CDEB3C19E}"/>
                      </a:ext>
                    </a:extLst>
                  </p:cNvPr>
                  <p:cNvSpPr/>
                  <p:nvPr/>
                </p:nvSpPr>
                <p:spPr>
                  <a:xfrm>
                    <a:off x="7060802" y="1241077"/>
                    <a:ext cx="274298" cy="274299"/>
                  </a:xfrm>
                  <a:prstGeom prst="diamond">
                    <a:avLst/>
                  </a:prstGeom>
                  <a:noFill/>
                  <a:ln w="3175" cap="flat" cmpd="sng" algn="ctr">
                    <a:solidFill>
                      <a:srgbClr val="18489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9" name="111-6">
                    <a:extLst>
                      <a:ext uri="{FF2B5EF4-FFF2-40B4-BE49-F238E27FC236}">
                        <a16:creationId xmlns:a16="http://schemas.microsoft.com/office/drawing/2014/main" id="{ADA66006-E4FB-2666-B04F-BDC1E00AB9CF}"/>
                      </a:ext>
                    </a:extLst>
                  </p:cNvPr>
                  <p:cNvSpPr/>
                  <p:nvPr/>
                </p:nvSpPr>
                <p:spPr>
                  <a:xfrm>
                    <a:off x="7117103" y="1242082"/>
                    <a:ext cx="274298" cy="274298"/>
                  </a:xfrm>
                  <a:prstGeom prst="diamond">
                    <a:avLst/>
                  </a:prstGeom>
                  <a:gradFill flip="none" rotWithShape="1">
                    <a:gsLst>
                      <a:gs pos="42000">
                        <a:srgbClr val="18489C"/>
                      </a:gs>
                      <a:gs pos="75000">
                        <a:srgbClr val="18489C">
                          <a:lumMod val="89000"/>
                          <a:lumOff val="11000"/>
                        </a:srgbClr>
                      </a:gs>
                      <a:gs pos="100000">
                        <a:srgbClr val="18489C"/>
                      </a:gs>
                      <a:gs pos="2000">
                        <a:srgbClr val="18489C">
                          <a:lumMod val="40000"/>
                          <a:lumOff val="60000"/>
                        </a:srgbClr>
                      </a:gs>
                    </a:gsLst>
                    <a:path path="circle">
                      <a:fillToRect r="100000" b="100000"/>
                    </a:path>
                    <a:tileRect l="-100000" t="-100000"/>
                  </a:gradFill>
                  <a:ln w="12700" cap="flat" cmpd="sng" algn="ctr">
                    <a:noFill/>
                    <a:prstDash val="solid"/>
                    <a:miter lim="800000"/>
                  </a:ln>
                  <a:effectLst/>
                  <a:scene3d>
                    <a:camera prst="orthographicFront"/>
                    <a:lightRig rig="contrasting" dir="t"/>
                  </a:scene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grpSp>
            <p:cxnSp>
              <p:nvCxnSpPr>
                <p:cNvPr id="27" name="111-7">
                  <a:extLst>
                    <a:ext uri="{FF2B5EF4-FFF2-40B4-BE49-F238E27FC236}">
                      <a16:creationId xmlns:a16="http://schemas.microsoft.com/office/drawing/2014/main" id="{180B540D-ACF3-5208-C2C6-9F4E4927E672}"/>
                    </a:ext>
                  </a:extLst>
                </p:cNvPr>
                <p:cNvCxnSpPr>
                  <a:cxnSpLocks/>
                </p:cNvCxnSpPr>
                <p:nvPr/>
              </p:nvCxnSpPr>
              <p:spPr>
                <a:xfrm>
                  <a:off x="7451995" y="1378355"/>
                  <a:ext cx="1853285" cy="0"/>
                </a:xfrm>
                <a:prstGeom prst="line">
                  <a:avLst/>
                </a:prstGeom>
                <a:noFill/>
                <a:ln w="12700" cap="flat" cmpd="sng" algn="ctr">
                  <a:gradFill flip="none" rotWithShape="1">
                    <a:gsLst>
                      <a:gs pos="8000">
                        <a:srgbClr val="18489C"/>
                      </a:gs>
                      <a:gs pos="99000">
                        <a:srgbClr val="18489C">
                          <a:alpha val="0"/>
                        </a:srgbClr>
                      </a:gs>
                    </a:gsLst>
                    <a:lin ang="0" scaled="1"/>
                    <a:tileRect/>
                  </a:gradFill>
                  <a:prstDash val="solid"/>
                  <a:miter lim="800000"/>
                </a:ln>
                <a:effectLst/>
              </p:spPr>
            </p:cxnSp>
          </p:grpSp>
        </p:grpSp>
      </p:grpSp>
      <p:grpSp>
        <p:nvGrpSpPr>
          <p:cNvPr id="63" name="组合 62">
            <a:extLst>
              <a:ext uri="{FF2B5EF4-FFF2-40B4-BE49-F238E27FC236}">
                <a16:creationId xmlns:a16="http://schemas.microsoft.com/office/drawing/2014/main" id="{36AFB4D6-2808-A8C7-FD57-768D0A9B3887}"/>
              </a:ext>
            </a:extLst>
          </p:cNvPr>
          <p:cNvGrpSpPr/>
          <p:nvPr/>
        </p:nvGrpSpPr>
        <p:grpSpPr>
          <a:xfrm>
            <a:off x="1568034" y="3264222"/>
            <a:ext cx="9078611" cy="2802904"/>
            <a:chOff x="1593435" y="3264222"/>
            <a:chExt cx="9078611" cy="2802904"/>
          </a:xfrm>
        </p:grpSpPr>
        <p:grpSp>
          <p:nvGrpSpPr>
            <p:cNvPr id="47" name="组合 46">
              <a:extLst>
                <a:ext uri="{FF2B5EF4-FFF2-40B4-BE49-F238E27FC236}">
                  <a16:creationId xmlns:a16="http://schemas.microsoft.com/office/drawing/2014/main" id="{975AE47A-D788-444A-E2EB-0FBFDFBBECD6}"/>
                </a:ext>
              </a:extLst>
            </p:cNvPr>
            <p:cNvGrpSpPr/>
            <p:nvPr/>
          </p:nvGrpSpPr>
          <p:grpSpPr>
            <a:xfrm>
              <a:off x="1593435" y="3264222"/>
              <a:ext cx="927930" cy="2802904"/>
              <a:chOff x="1593435" y="3072964"/>
              <a:chExt cx="927930" cy="2802904"/>
            </a:xfrm>
          </p:grpSpPr>
          <p:grpSp>
            <p:nvGrpSpPr>
              <p:cNvPr id="30" name="组合 29">
                <a:extLst>
                  <a:ext uri="{FF2B5EF4-FFF2-40B4-BE49-F238E27FC236}">
                    <a16:creationId xmlns:a16="http://schemas.microsoft.com/office/drawing/2014/main" id="{379F0289-5446-361E-7825-C385D3872A72}"/>
                  </a:ext>
                </a:extLst>
              </p:cNvPr>
              <p:cNvGrpSpPr/>
              <p:nvPr/>
            </p:nvGrpSpPr>
            <p:grpSpPr>
              <a:xfrm>
                <a:off x="1593435" y="3072964"/>
                <a:ext cx="927930" cy="914400"/>
                <a:chOff x="1655778" y="3476625"/>
                <a:chExt cx="927930" cy="914400"/>
              </a:xfrm>
            </p:grpSpPr>
            <p:sp>
              <p:nvSpPr>
                <p:cNvPr id="19" name="椭圆 18">
                  <a:extLst>
                    <a:ext uri="{FF2B5EF4-FFF2-40B4-BE49-F238E27FC236}">
                      <a16:creationId xmlns:a16="http://schemas.microsoft.com/office/drawing/2014/main" id="{0A79C4E0-696A-70DF-4DD2-FBE73085415C}"/>
                    </a:ext>
                  </a:extLst>
                </p:cNvPr>
                <p:cNvSpPr/>
                <p:nvPr/>
              </p:nvSpPr>
              <p:spPr>
                <a:xfrm>
                  <a:off x="1655778" y="3476625"/>
                  <a:ext cx="927930" cy="914400"/>
                </a:xfrm>
                <a:prstGeom prst="ellipse">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文本框 16">
                  <a:extLst>
                    <a:ext uri="{FF2B5EF4-FFF2-40B4-BE49-F238E27FC236}">
                      <a16:creationId xmlns:a16="http://schemas.microsoft.com/office/drawing/2014/main" id="{ED8F2D1C-FE2A-E405-F5E8-829B652E1DFF}"/>
                    </a:ext>
                  </a:extLst>
                </p:cNvPr>
                <p:cNvSpPr txBox="1"/>
                <p:nvPr/>
              </p:nvSpPr>
              <p:spPr>
                <a:xfrm>
                  <a:off x="1796578" y="3610660"/>
                  <a:ext cx="646331" cy="646331"/>
                </a:xfrm>
                <a:prstGeom prst="rect">
                  <a:avLst/>
                </a:prstGeom>
                <a:noFill/>
              </p:spPr>
              <p:txBody>
                <a:bodyPr wrap="none" rtlCol="0">
                  <a:spAutoFit/>
                </a:bodyPr>
                <a:lstStyle/>
                <a:p>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壹</a:t>
                  </a:r>
                </a:p>
              </p:txBody>
            </p:sp>
          </p:grpSp>
          <p:sp>
            <p:nvSpPr>
              <p:cNvPr id="46" name="文本框 45">
                <a:extLst>
                  <a:ext uri="{FF2B5EF4-FFF2-40B4-BE49-F238E27FC236}">
                    <a16:creationId xmlns:a16="http://schemas.microsoft.com/office/drawing/2014/main" id="{543C1BB8-A0F2-3281-4049-225AEDEE4917}"/>
                  </a:ext>
                </a:extLst>
              </p:cNvPr>
              <p:cNvSpPr txBox="1"/>
              <p:nvPr/>
            </p:nvSpPr>
            <p:spPr>
              <a:xfrm>
                <a:off x="1780401" y="4192225"/>
                <a:ext cx="553998" cy="1683643"/>
              </a:xfrm>
              <a:prstGeom prst="rect">
                <a:avLst/>
              </a:prstGeom>
              <a:noFill/>
            </p:spPr>
            <p:txBody>
              <a:bodyPr vert="eaVert" wrap="square" rtlCol="0">
                <a:spAutoFit/>
              </a:bodyPr>
              <a:lstStyle/>
              <a:p>
                <a:r>
                  <a:rPr lang="zh-CN" altLang="en-US" sz="2400" b="1" dirty="0">
                    <a:latin typeface="微软雅黑" panose="020B0503020204020204" pitchFamily="34" charset="-122"/>
                    <a:ea typeface="微软雅黑" panose="020B0503020204020204" pitchFamily="34" charset="-122"/>
                  </a:rPr>
                  <a:t>请输入文本</a:t>
                </a:r>
              </a:p>
            </p:txBody>
          </p:sp>
        </p:grpSp>
        <p:grpSp>
          <p:nvGrpSpPr>
            <p:cNvPr id="48" name="组合 47">
              <a:extLst>
                <a:ext uri="{FF2B5EF4-FFF2-40B4-BE49-F238E27FC236}">
                  <a16:creationId xmlns:a16="http://schemas.microsoft.com/office/drawing/2014/main" id="{F500DEE0-E7BD-8B6A-9D45-28B450D47938}"/>
                </a:ext>
              </a:extLst>
            </p:cNvPr>
            <p:cNvGrpSpPr/>
            <p:nvPr/>
          </p:nvGrpSpPr>
          <p:grpSpPr>
            <a:xfrm>
              <a:off x="4310329" y="3264222"/>
              <a:ext cx="927930" cy="2802904"/>
              <a:chOff x="1593435" y="3072964"/>
              <a:chExt cx="927930" cy="2802904"/>
            </a:xfrm>
          </p:grpSpPr>
          <p:grpSp>
            <p:nvGrpSpPr>
              <p:cNvPr id="49" name="组合 48">
                <a:extLst>
                  <a:ext uri="{FF2B5EF4-FFF2-40B4-BE49-F238E27FC236}">
                    <a16:creationId xmlns:a16="http://schemas.microsoft.com/office/drawing/2014/main" id="{041FAA8E-5DCF-B635-2739-3BA70598723E}"/>
                  </a:ext>
                </a:extLst>
              </p:cNvPr>
              <p:cNvGrpSpPr/>
              <p:nvPr/>
            </p:nvGrpSpPr>
            <p:grpSpPr>
              <a:xfrm>
                <a:off x="1593435" y="3072964"/>
                <a:ext cx="927930" cy="914400"/>
                <a:chOff x="1655778" y="3476625"/>
                <a:chExt cx="927930" cy="914400"/>
              </a:xfrm>
            </p:grpSpPr>
            <p:sp>
              <p:nvSpPr>
                <p:cNvPr id="51" name="椭圆 50">
                  <a:extLst>
                    <a:ext uri="{FF2B5EF4-FFF2-40B4-BE49-F238E27FC236}">
                      <a16:creationId xmlns:a16="http://schemas.microsoft.com/office/drawing/2014/main" id="{FC0C808F-0407-B65B-3624-7F06AB6BBF30}"/>
                    </a:ext>
                  </a:extLst>
                </p:cNvPr>
                <p:cNvSpPr/>
                <p:nvPr/>
              </p:nvSpPr>
              <p:spPr>
                <a:xfrm>
                  <a:off x="1655778" y="3476625"/>
                  <a:ext cx="927930" cy="914400"/>
                </a:xfrm>
                <a:prstGeom prst="ellipse">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文本框 51">
                  <a:extLst>
                    <a:ext uri="{FF2B5EF4-FFF2-40B4-BE49-F238E27FC236}">
                      <a16:creationId xmlns:a16="http://schemas.microsoft.com/office/drawing/2014/main" id="{BE3D0F18-C58B-6CA0-D663-464F3BAD87A7}"/>
                    </a:ext>
                  </a:extLst>
                </p:cNvPr>
                <p:cNvSpPr txBox="1"/>
                <p:nvPr/>
              </p:nvSpPr>
              <p:spPr>
                <a:xfrm>
                  <a:off x="1796578" y="3610660"/>
                  <a:ext cx="649537" cy="646331"/>
                </a:xfrm>
                <a:prstGeom prst="rect">
                  <a:avLst/>
                </a:prstGeom>
                <a:noFill/>
              </p:spPr>
              <p:txBody>
                <a:bodyPr wrap="none" rtlCol="0">
                  <a:spAutoFit/>
                </a:bodyPr>
                <a:lstStyle/>
                <a:p>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贰</a:t>
                  </a:r>
                </a:p>
              </p:txBody>
            </p:sp>
          </p:grpSp>
          <p:sp>
            <p:nvSpPr>
              <p:cNvPr id="50" name="文本框 49">
                <a:extLst>
                  <a:ext uri="{FF2B5EF4-FFF2-40B4-BE49-F238E27FC236}">
                    <a16:creationId xmlns:a16="http://schemas.microsoft.com/office/drawing/2014/main" id="{3158B4A9-63E3-8F85-E59A-1ACE444AE53D}"/>
                  </a:ext>
                </a:extLst>
              </p:cNvPr>
              <p:cNvSpPr txBox="1"/>
              <p:nvPr/>
            </p:nvSpPr>
            <p:spPr>
              <a:xfrm>
                <a:off x="1780401" y="4192225"/>
                <a:ext cx="553998" cy="1683643"/>
              </a:xfrm>
              <a:prstGeom prst="rect">
                <a:avLst/>
              </a:prstGeom>
              <a:noFill/>
            </p:spPr>
            <p:txBody>
              <a:bodyPr vert="eaVert" wrap="square" rtlCol="0">
                <a:spAutoFit/>
              </a:bodyPr>
              <a:lstStyle/>
              <a:p>
                <a:r>
                  <a:rPr lang="zh-CN" altLang="en-US" sz="2400" b="1" dirty="0">
                    <a:latin typeface="微软雅黑" panose="020B0503020204020204" pitchFamily="34" charset="-122"/>
                    <a:ea typeface="微软雅黑" panose="020B0503020204020204" pitchFamily="34" charset="-122"/>
                  </a:rPr>
                  <a:t>请输入文本</a:t>
                </a:r>
              </a:p>
            </p:txBody>
          </p:sp>
        </p:grpSp>
        <p:grpSp>
          <p:nvGrpSpPr>
            <p:cNvPr id="53" name="组合 52">
              <a:extLst>
                <a:ext uri="{FF2B5EF4-FFF2-40B4-BE49-F238E27FC236}">
                  <a16:creationId xmlns:a16="http://schemas.microsoft.com/office/drawing/2014/main" id="{321F6000-8ED7-CFFE-C468-CE7E6F2BC20A}"/>
                </a:ext>
              </a:extLst>
            </p:cNvPr>
            <p:cNvGrpSpPr/>
            <p:nvPr/>
          </p:nvGrpSpPr>
          <p:grpSpPr>
            <a:xfrm>
              <a:off x="7027223" y="3264222"/>
              <a:ext cx="927930" cy="2802904"/>
              <a:chOff x="1593435" y="3072964"/>
              <a:chExt cx="927930" cy="2802904"/>
            </a:xfrm>
          </p:grpSpPr>
          <p:grpSp>
            <p:nvGrpSpPr>
              <p:cNvPr id="54" name="组合 53">
                <a:extLst>
                  <a:ext uri="{FF2B5EF4-FFF2-40B4-BE49-F238E27FC236}">
                    <a16:creationId xmlns:a16="http://schemas.microsoft.com/office/drawing/2014/main" id="{89D9946D-A04B-B469-550C-E30BAA07644E}"/>
                  </a:ext>
                </a:extLst>
              </p:cNvPr>
              <p:cNvGrpSpPr/>
              <p:nvPr/>
            </p:nvGrpSpPr>
            <p:grpSpPr>
              <a:xfrm>
                <a:off x="1593435" y="3072964"/>
                <a:ext cx="927930" cy="914400"/>
                <a:chOff x="1655778" y="3476625"/>
                <a:chExt cx="927930" cy="914400"/>
              </a:xfrm>
            </p:grpSpPr>
            <p:sp>
              <p:nvSpPr>
                <p:cNvPr id="56" name="椭圆 55">
                  <a:extLst>
                    <a:ext uri="{FF2B5EF4-FFF2-40B4-BE49-F238E27FC236}">
                      <a16:creationId xmlns:a16="http://schemas.microsoft.com/office/drawing/2014/main" id="{613C4E0E-4262-03B2-1120-C6811D4E1A61}"/>
                    </a:ext>
                  </a:extLst>
                </p:cNvPr>
                <p:cNvSpPr/>
                <p:nvPr/>
              </p:nvSpPr>
              <p:spPr>
                <a:xfrm>
                  <a:off x="1655778" y="3476625"/>
                  <a:ext cx="927930" cy="914400"/>
                </a:xfrm>
                <a:prstGeom prst="ellipse">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7" name="文本框 56">
                  <a:extLst>
                    <a:ext uri="{FF2B5EF4-FFF2-40B4-BE49-F238E27FC236}">
                      <a16:creationId xmlns:a16="http://schemas.microsoft.com/office/drawing/2014/main" id="{71EBB0A3-110D-21E0-CEC9-0ECDF6C21F3B}"/>
                    </a:ext>
                  </a:extLst>
                </p:cNvPr>
                <p:cNvSpPr txBox="1"/>
                <p:nvPr/>
              </p:nvSpPr>
              <p:spPr>
                <a:xfrm>
                  <a:off x="1796578" y="3610660"/>
                  <a:ext cx="646331" cy="646331"/>
                </a:xfrm>
                <a:prstGeom prst="rect">
                  <a:avLst/>
                </a:prstGeom>
                <a:noFill/>
              </p:spPr>
              <p:txBody>
                <a:bodyPr wrap="none" rtlCol="0">
                  <a:spAutoFit/>
                </a:bodyPr>
                <a:lstStyle/>
                <a:p>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叁</a:t>
                  </a:r>
                </a:p>
              </p:txBody>
            </p:sp>
          </p:grpSp>
          <p:sp>
            <p:nvSpPr>
              <p:cNvPr id="55" name="文本框 54">
                <a:extLst>
                  <a:ext uri="{FF2B5EF4-FFF2-40B4-BE49-F238E27FC236}">
                    <a16:creationId xmlns:a16="http://schemas.microsoft.com/office/drawing/2014/main" id="{7CDF2215-BBAF-3233-C0C1-0B48A4EFD54F}"/>
                  </a:ext>
                </a:extLst>
              </p:cNvPr>
              <p:cNvSpPr txBox="1"/>
              <p:nvPr/>
            </p:nvSpPr>
            <p:spPr>
              <a:xfrm>
                <a:off x="1780401" y="4192225"/>
                <a:ext cx="553998" cy="1683643"/>
              </a:xfrm>
              <a:prstGeom prst="rect">
                <a:avLst/>
              </a:prstGeom>
              <a:noFill/>
            </p:spPr>
            <p:txBody>
              <a:bodyPr vert="eaVert" wrap="square" rtlCol="0">
                <a:spAutoFit/>
              </a:bodyPr>
              <a:lstStyle/>
              <a:p>
                <a:r>
                  <a:rPr lang="zh-CN" altLang="en-US" sz="2400" b="1" dirty="0">
                    <a:latin typeface="微软雅黑" panose="020B0503020204020204" pitchFamily="34" charset="-122"/>
                    <a:ea typeface="微软雅黑" panose="020B0503020204020204" pitchFamily="34" charset="-122"/>
                  </a:rPr>
                  <a:t>请输入文本</a:t>
                </a:r>
              </a:p>
            </p:txBody>
          </p:sp>
        </p:grpSp>
        <p:grpSp>
          <p:nvGrpSpPr>
            <p:cNvPr id="58" name="组合 57">
              <a:extLst>
                <a:ext uri="{FF2B5EF4-FFF2-40B4-BE49-F238E27FC236}">
                  <a16:creationId xmlns:a16="http://schemas.microsoft.com/office/drawing/2014/main" id="{D9D50426-1CDA-3559-9C72-549069E59DEE}"/>
                </a:ext>
              </a:extLst>
            </p:cNvPr>
            <p:cNvGrpSpPr/>
            <p:nvPr/>
          </p:nvGrpSpPr>
          <p:grpSpPr>
            <a:xfrm>
              <a:off x="9744116" y="3264222"/>
              <a:ext cx="927930" cy="2802904"/>
              <a:chOff x="1593435" y="3072964"/>
              <a:chExt cx="927930" cy="2802904"/>
            </a:xfrm>
          </p:grpSpPr>
          <p:grpSp>
            <p:nvGrpSpPr>
              <p:cNvPr id="59" name="组合 58">
                <a:extLst>
                  <a:ext uri="{FF2B5EF4-FFF2-40B4-BE49-F238E27FC236}">
                    <a16:creationId xmlns:a16="http://schemas.microsoft.com/office/drawing/2014/main" id="{47E25E2A-F9F4-6AB5-985F-BDA45F3DC430}"/>
                  </a:ext>
                </a:extLst>
              </p:cNvPr>
              <p:cNvGrpSpPr/>
              <p:nvPr/>
            </p:nvGrpSpPr>
            <p:grpSpPr>
              <a:xfrm>
                <a:off x="1593435" y="3072964"/>
                <a:ext cx="927930" cy="914400"/>
                <a:chOff x="1655778" y="3476625"/>
                <a:chExt cx="927930" cy="914400"/>
              </a:xfrm>
            </p:grpSpPr>
            <p:sp>
              <p:nvSpPr>
                <p:cNvPr id="61" name="椭圆 60">
                  <a:extLst>
                    <a:ext uri="{FF2B5EF4-FFF2-40B4-BE49-F238E27FC236}">
                      <a16:creationId xmlns:a16="http://schemas.microsoft.com/office/drawing/2014/main" id="{A5559EEA-2724-2562-8707-351A6D4AA126}"/>
                    </a:ext>
                  </a:extLst>
                </p:cNvPr>
                <p:cNvSpPr/>
                <p:nvPr/>
              </p:nvSpPr>
              <p:spPr>
                <a:xfrm>
                  <a:off x="1655778" y="3476625"/>
                  <a:ext cx="927930" cy="914400"/>
                </a:xfrm>
                <a:prstGeom prst="ellipse">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文本框 61">
                  <a:extLst>
                    <a:ext uri="{FF2B5EF4-FFF2-40B4-BE49-F238E27FC236}">
                      <a16:creationId xmlns:a16="http://schemas.microsoft.com/office/drawing/2014/main" id="{976D4254-5454-C17F-5323-E71FADDE2667}"/>
                    </a:ext>
                  </a:extLst>
                </p:cNvPr>
                <p:cNvSpPr txBox="1"/>
                <p:nvPr/>
              </p:nvSpPr>
              <p:spPr>
                <a:xfrm>
                  <a:off x="1796578" y="3610660"/>
                  <a:ext cx="646331" cy="646331"/>
                </a:xfrm>
                <a:prstGeom prst="rect">
                  <a:avLst/>
                </a:prstGeom>
                <a:noFill/>
              </p:spPr>
              <p:txBody>
                <a:bodyPr wrap="none" rtlCol="0">
                  <a:spAutoFit/>
                </a:bodyPr>
                <a:lstStyle/>
                <a:p>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肆</a:t>
                  </a:r>
                </a:p>
              </p:txBody>
            </p:sp>
          </p:grpSp>
          <p:sp>
            <p:nvSpPr>
              <p:cNvPr id="60" name="文本框 59">
                <a:extLst>
                  <a:ext uri="{FF2B5EF4-FFF2-40B4-BE49-F238E27FC236}">
                    <a16:creationId xmlns:a16="http://schemas.microsoft.com/office/drawing/2014/main" id="{4E1F71C7-8608-18ED-91D5-270DBBDB419C}"/>
                  </a:ext>
                </a:extLst>
              </p:cNvPr>
              <p:cNvSpPr txBox="1"/>
              <p:nvPr/>
            </p:nvSpPr>
            <p:spPr>
              <a:xfrm>
                <a:off x="1780401" y="4192225"/>
                <a:ext cx="553998" cy="1683643"/>
              </a:xfrm>
              <a:prstGeom prst="rect">
                <a:avLst/>
              </a:prstGeom>
              <a:noFill/>
            </p:spPr>
            <p:txBody>
              <a:bodyPr vert="eaVert" wrap="square" rtlCol="0">
                <a:spAutoFit/>
              </a:bodyPr>
              <a:lstStyle/>
              <a:p>
                <a:r>
                  <a:rPr lang="zh-CN" altLang="en-US" sz="2400" b="1" dirty="0">
                    <a:latin typeface="微软雅黑" panose="020B0503020204020204" pitchFamily="34" charset="-122"/>
                    <a:ea typeface="微软雅黑" panose="020B0503020204020204" pitchFamily="34" charset="-122"/>
                  </a:rPr>
                  <a:t>请输入文本</a:t>
                </a:r>
              </a:p>
            </p:txBody>
          </p:sp>
        </p:grpSp>
      </p:grpSp>
    </p:spTree>
    <p:extLst>
      <p:ext uri="{BB962C8B-B14F-4D97-AF65-F5344CB8AC3E}">
        <p14:creationId xmlns:p14="http://schemas.microsoft.com/office/powerpoint/2010/main" val="3577300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a:extLst>
            <a:ext uri="{FF2B5EF4-FFF2-40B4-BE49-F238E27FC236}">
              <a16:creationId xmlns:a16="http://schemas.microsoft.com/office/drawing/2014/main" id="{7E41B4DF-65A3-69F5-778C-5E1EF1AACA8D}"/>
            </a:ext>
          </a:extLst>
        </p:cNvPr>
        <p:cNvGrpSpPr/>
        <p:nvPr/>
      </p:nvGrpSpPr>
      <p:grpSpPr>
        <a:xfrm>
          <a:off x="0" y="0"/>
          <a:ext cx="0" cy="0"/>
          <a:chOff x="0" y="0"/>
          <a:chExt cx="0" cy="0"/>
        </a:xfrm>
      </p:grpSpPr>
      <p:grpSp>
        <p:nvGrpSpPr>
          <p:cNvPr id="112" name="组合 111">
            <a:extLst>
              <a:ext uri="{FF2B5EF4-FFF2-40B4-BE49-F238E27FC236}">
                <a16:creationId xmlns:a16="http://schemas.microsoft.com/office/drawing/2014/main" id="{F1C8E342-E29F-112C-9F7E-55DCCB997BA0}"/>
              </a:ext>
            </a:extLst>
          </p:cNvPr>
          <p:cNvGrpSpPr/>
          <p:nvPr/>
        </p:nvGrpSpPr>
        <p:grpSpPr>
          <a:xfrm>
            <a:off x="240631" y="199215"/>
            <a:ext cx="5044403" cy="649224"/>
            <a:chOff x="240631" y="199215"/>
            <a:chExt cx="5044403" cy="649224"/>
          </a:xfrm>
        </p:grpSpPr>
        <p:pic>
          <p:nvPicPr>
            <p:cNvPr id="103" name="图片 102">
              <a:extLst>
                <a:ext uri="{FF2B5EF4-FFF2-40B4-BE49-F238E27FC236}">
                  <a16:creationId xmlns:a16="http://schemas.microsoft.com/office/drawing/2014/main" id="{9716431C-931A-98EE-40E9-1D6ABC2B0012}"/>
                </a:ext>
              </a:extLst>
            </p:cNvPr>
            <p:cNvPicPr>
              <a:picLocks noChangeAspect="1"/>
            </p:cNvPicPr>
            <p:nvPr/>
          </p:nvPicPr>
          <p:blipFill>
            <a:blip r:embed="rId4">
              <a:extLst>
                <a:ext uri="{28A0092B-C50C-407E-A947-70E740481C1C}">
                  <a14:useLocalDpi xmlns:a14="http://schemas.microsoft.com/office/drawing/2010/main" val="0"/>
                </a:ext>
              </a:extLst>
            </a:blip>
            <a:srcRect l="-1224" r="66324" b="-3304"/>
            <a:stretch>
              <a:fillRect/>
            </a:stretch>
          </p:blipFill>
          <p:spPr>
            <a:xfrm>
              <a:off x="240631" y="199215"/>
              <a:ext cx="684808" cy="649224"/>
            </a:xfrm>
            <a:prstGeom prst="rect">
              <a:avLst/>
            </a:prstGeom>
          </p:spPr>
        </p:pic>
        <p:sp>
          <p:nvSpPr>
            <p:cNvPr id="110" name="文本框 4">
              <a:extLst>
                <a:ext uri="{FF2B5EF4-FFF2-40B4-BE49-F238E27FC236}">
                  <a16:creationId xmlns:a16="http://schemas.microsoft.com/office/drawing/2014/main" id="{5747EDAA-4A77-5A2A-53C7-BC002D9E9A8C}"/>
                </a:ext>
              </a:extLst>
            </p:cNvPr>
            <p:cNvSpPr txBox="1"/>
            <p:nvPr/>
          </p:nvSpPr>
          <p:spPr>
            <a:xfrm>
              <a:off x="867688" y="282001"/>
              <a:ext cx="1692910" cy="461665"/>
            </a:xfrm>
            <a:prstGeom prst="rect">
              <a:avLst/>
            </a:prstGeom>
            <a:noFill/>
          </p:spPr>
          <p:txBody>
            <a:bodyPr wrap="square"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latin typeface="微软雅黑" charset="0"/>
                  <a:ea typeface="微软雅黑" charset="0"/>
                </a:rPr>
                <a:t>第二部分</a:t>
              </a:r>
            </a:p>
          </p:txBody>
        </p:sp>
        <p:sp>
          <p:nvSpPr>
            <p:cNvPr id="111" name="文本框 4">
              <a:extLst>
                <a:ext uri="{FF2B5EF4-FFF2-40B4-BE49-F238E27FC236}">
                  <a16:creationId xmlns:a16="http://schemas.microsoft.com/office/drawing/2014/main" id="{45BB972F-5528-E6F0-2114-E216A810875D}"/>
                </a:ext>
              </a:extLst>
            </p:cNvPr>
            <p:cNvSpPr txBox="1"/>
            <p:nvPr/>
          </p:nvSpPr>
          <p:spPr>
            <a:xfrm>
              <a:off x="2428285" y="282001"/>
              <a:ext cx="2856749" cy="461665"/>
            </a:xfrm>
            <a:prstGeom prst="rect">
              <a:avLst/>
            </a:prstGeom>
            <a:noFill/>
          </p:spPr>
          <p:txBody>
            <a:bodyPr wrap="square"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latin typeface="微软雅黑" charset="0"/>
                  <a:ea typeface="微软雅黑" charset="0"/>
                </a:rPr>
                <a:t>请输入文本请输入</a:t>
              </a:r>
            </a:p>
          </p:txBody>
        </p:sp>
      </p:grpSp>
      <p:pic>
        <p:nvPicPr>
          <p:cNvPr id="2" name="图片 1">
            <a:extLst>
              <a:ext uri="{FF2B5EF4-FFF2-40B4-BE49-F238E27FC236}">
                <a16:creationId xmlns:a16="http://schemas.microsoft.com/office/drawing/2014/main" id="{EE512CBB-2432-EB8B-0830-D9467F6820D9}"/>
              </a:ext>
            </a:extLst>
          </p:cNvPr>
          <p:cNvPicPr>
            <a:picLocks noChangeAspect="1"/>
          </p:cNvPicPr>
          <p:nvPr/>
        </p:nvPicPr>
        <p:blipFill>
          <a:blip r:embed="rId5"/>
          <a:srcRect l="76091" t="74189"/>
          <a:stretch>
            <a:fillRect/>
          </a:stretch>
        </p:blipFill>
        <p:spPr>
          <a:xfrm flipH="1">
            <a:off x="5066680" y="6208722"/>
            <a:ext cx="1748513" cy="1080404"/>
          </a:xfrm>
          <a:prstGeom prst="rect">
            <a:avLst/>
          </a:prstGeom>
        </p:spPr>
      </p:pic>
      <p:grpSp>
        <p:nvGrpSpPr>
          <p:cNvPr id="5" name="组合 4">
            <a:extLst>
              <a:ext uri="{FF2B5EF4-FFF2-40B4-BE49-F238E27FC236}">
                <a16:creationId xmlns:a16="http://schemas.microsoft.com/office/drawing/2014/main" id="{0BC48BA7-897B-7CED-CAF2-179FEEF6980E}"/>
              </a:ext>
            </a:extLst>
          </p:cNvPr>
          <p:cNvGrpSpPr/>
          <p:nvPr/>
        </p:nvGrpSpPr>
        <p:grpSpPr>
          <a:xfrm>
            <a:off x="7666243" y="951236"/>
            <a:ext cx="4154267" cy="5519850"/>
            <a:chOff x="370288" y="1315178"/>
            <a:chExt cx="2122320" cy="1618522"/>
          </a:xfrm>
        </p:grpSpPr>
        <p:sp>
          <p:nvSpPr>
            <p:cNvPr id="21" name="任意多边形: 形状 20">
              <a:extLst>
                <a:ext uri="{FF2B5EF4-FFF2-40B4-BE49-F238E27FC236}">
                  <a16:creationId xmlns:a16="http://schemas.microsoft.com/office/drawing/2014/main" id="{600B71BC-77E4-DCCF-2278-590419D952E9}"/>
                </a:ext>
              </a:extLst>
            </p:cNvPr>
            <p:cNvSpPr/>
            <p:nvPr/>
          </p:nvSpPr>
          <p:spPr>
            <a:xfrm rot="16200000">
              <a:off x="616999" y="1068467"/>
              <a:ext cx="1618522" cy="2111943"/>
            </a:xfrm>
            <a:custGeom>
              <a:avLst/>
              <a:gdLst>
                <a:gd name="connsiteX0" fmla="*/ 0 w 1524000"/>
                <a:gd name="connsiteY0" fmla="*/ 0 h 2955321"/>
                <a:gd name="connsiteX1" fmla="*/ 1524000 w 1524000"/>
                <a:gd name="connsiteY1" fmla="*/ 0 h 2955321"/>
                <a:gd name="connsiteX2" fmla="*/ 1524000 w 1524000"/>
                <a:gd name="connsiteY2" fmla="*/ 2955322 h 2955321"/>
                <a:gd name="connsiteX3" fmla="*/ 0 w 1524000"/>
                <a:gd name="connsiteY3" fmla="*/ 2955322 h 2955321"/>
              </a:gdLst>
              <a:ahLst/>
              <a:cxnLst>
                <a:cxn ang="0">
                  <a:pos x="connsiteX0" y="connsiteY0"/>
                </a:cxn>
                <a:cxn ang="0">
                  <a:pos x="connsiteX1" y="connsiteY1"/>
                </a:cxn>
                <a:cxn ang="0">
                  <a:pos x="connsiteX2" y="connsiteY2"/>
                </a:cxn>
                <a:cxn ang="0">
                  <a:pos x="connsiteX3" y="connsiteY3"/>
                </a:cxn>
              </a:cxnLst>
              <a:rect l="l" t="t" r="r" b="b"/>
              <a:pathLst>
                <a:path w="1524000" h="2955321">
                  <a:moveTo>
                    <a:pt x="0" y="0"/>
                  </a:moveTo>
                  <a:lnTo>
                    <a:pt x="1524000" y="0"/>
                  </a:lnTo>
                  <a:lnTo>
                    <a:pt x="1524000" y="2955322"/>
                  </a:lnTo>
                  <a:lnTo>
                    <a:pt x="0" y="2955322"/>
                  </a:lnTo>
                  <a:close/>
                </a:path>
              </a:pathLst>
            </a:custGeom>
            <a:solidFill>
              <a:srgbClr val="FFFFFF">
                <a:alpha val="47000"/>
              </a:srgbClr>
            </a:solidFill>
            <a:ln w="9525" cap="flat" cmpd="sng" algn="ctr">
              <a:solidFill>
                <a:srgbClr val="0F1423">
                  <a:lumMod val="75000"/>
                  <a:lumOff val="25000"/>
                </a:srgbClr>
              </a:solidFill>
              <a:prstDash val="solid"/>
              <a:miter lim="800000"/>
            </a:ln>
            <a:effectLst/>
          </p:spPr>
          <p:txBody>
            <a:bodyPr lIns="86868" tIns="43434" rIns="86868" bIns="43434"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zh-CN" altLang="en-US" sz="11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2" name="任意多边形: 形状 21">
              <a:extLst>
                <a:ext uri="{FF2B5EF4-FFF2-40B4-BE49-F238E27FC236}">
                  <a16:creationId xmlns:a16="http://schemas.microsoft.com/office/drawing/2014/main" id="{17EA5199-955B-0F96-5172-F1083DC94516}"/>
                </a:ext>
              </a:extLst>
            </p:cNvPr>
            <p:cNvSpPr/>
            <p:nvPr/>
          </p:nvSpPr>
          <p:spPr>
            <a:xfrm>
              <a:off x="370288" y="1319681"/>
              <a:ext cx="89636" cy="86460"/>
            </a:xfrm>
            <a:custGeom>
              <a:avLst/>
              <a:gdLst>
                <a:gd name="connsiteX0" fmla="*/ 0 w 95250"/>
                <a:gd name="connsiteY0" fmla="*/ 95250 h 95250"/>
                <a:gd name="connsiteX1" fmla="*/ 0 w 95250"/>
                <a:gd name="connsiteY1" fmla="*/ 0 h 95250"/>
                <a:gd name="connsiteX2" fmla="*/ 95250 w 95250"/>
                <a:gd name="connsiteY2" fmla="*/ 0 h 95250"/>
              </a:gdLst>
              <a:ahLst/>
              <a:cxnLst>
                <a:cxn ang="0">
                  <a:pos x="connsiteX0" y="connsiteY0"/>
                </a:cxn>
                <a:cxn ang="0">
                  <a:pos x="connsiteX1" y="connsiteY1"/>
                </a:cxn>
                <a:cxn ang="0">
                  <a:pos x="connsiteX2" y="connsiteY2"/>
                </a:cxn>
              </a:cxnLst>
              <a:rect l="l" t="t" r="r" b="b"/>
              <a:pathLst>
                <a:path w="95250" h="95250">
                  <a:moveTo>
                    <a:pt x="0" y="95250"/>
                  </a:moveTo>
                  <a:lnTo>
                    <a:pt x="0" y="0"/>
                  </a:lnTo>
                  <a:lnTo>
                    <a:pt x="95250" y="0"/>
                  </a:lnTo>
                </a:path>
              </a:pathLst>
            </a:custGeom>
            <a:noFill/>
            <a:ln w="38100" cap="flat">
              <a:gradFill>
                <a:gsLst>
                  <a:gs pos="0">
                    <a:srgbClr val="5ECAE4"/>
                  </a:gs>
                  <a:gs pos="100000">
                    <a:srgbClr val="5ECAE4"/>
                  </a:gs>
                </a:gsLst>
              </a:grad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3" name="任意多边形: 形状 22">
              <a:extLst>
                <a:ext uri="{FF2B5EF4-FFF2-40B4-BE49-F238E27FC236}">
                  <a16:creationId xmlns:a16="http://schemas.microsoft.com/office/drawing/2014/main" id="{08537F8C-76B0-AA67-7A8D-2C327D4BCB35}"/>
                </a:ext>
              </a:extLst>
            </p:cNvPr>
            <p:cNvSpPr/>
            <p:nvPr/>
          </p:nvSpPr>
          <p:spPr>
            <a:xfrm>
              <a:off x="370288" y="2843760"/>
              <a:ext cx="89636" cy="86460"/>
            </a:xfrm>
            <a:custGeom>
              <a:avLst/>
              <a:gdLst>
                <a:gd name="connsiteX0" fmla="*/ 95250 w 95250"/>
                <a:gd name="connsiteY0" fmla="*/ 95250 h 95250"/>
                <a:gd name="connsiteX1" fmla="*/ 0 w 95250"/>
                <a:gd name="connsiteY1" fmla="*/ 95250 h 95250"/>
                <a:gd name="connsiteX2" fmla="*/ 0 w 95250"/>
                <a:gd name="connsiteY2" fmla="*/ 0 h 95250"/>
              </a:gdLst>
              <a:ahLst/>
              <a:cxnLst>
                <a:cxn ang="0">
                  <a:pos x="connsiteX0" y="connsiteY0"/>
                </a:cxn>
                <a:cxn ang="0">
                  <a:pos x="connsiteX1" y="connsiteY1"/>
                </a:cxn>
                <a:cxn ang="0">
                  <a:pos x="connsiteX2" y="connsiteY2"/>
                </a:cxn>
              </a:cxnLst>
              <a:rect l="l" t="t" r="r" b="b"/>
              <a:pathLst>
                <a:path w="95250" h="95250">
                  <a:moveTo>
                    <a:pt x="95250" y="95250"/>
                  </a:moveTo>
                  <a:lnTo>
                    <a:pt x="0" y="95250"/>
                  </a:lnTo>
                  <a:lnTo>
                    <a:pt x="0" y="0"/>
                  </a:lnTo>
                </a:path>
              </a:pathLst>
            </a:custGeom>
            <a:noFill/>
            <a:ln w="38100" cap="flat">
              <a:gradFill>
                <a:gsLst>
                  <a:gs pos="0">
                    <a:srgbClr val="5ECAE4"/>
                  </a:gs>
                  <a:gs pos="100000">
                    <a:srgbClr val="5ECAE4"/>
                  </a:gs>
                </a:gsLst>
              </a:grad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4" name="任意多边形: 形状 23">
              <a:extLst>
                <a:ext uri="{FF2B5EF4-FFF2-40B4-BE49-F238E27FC236}">
                  <a16:creationId xmlns:a16="http://schemas.microsoft.com/office/drawing/2014/main" id="{8C098A7A-FDFB-D67A-E4DA-53724A1E98D5}"/>
                </a:ext>
              </a:extLst>
            </p:cNvPr>
            <p:cNvSpPr/>
            <p:nvPr/>
          </p:nvSpPr>
          <p:spPr>
            <a:xfrm>
              <a:off x="2402972" y="1319681"/>
              <a:ext cx="89636" cy="86460"/>
            </a:xfrm>
            <a:custGeom>
              <a:avLst/>
              <a:gdLst>
                <a:gd name="connsiteX0" fmla="*/ 95250 w 95250"/>
                <a:gd name="connsiteY0" fmla="*/ 95250 h 95250"/>
                <a:gd name="connsiteX1" fmla="*/ 95250 w 95250"/>
                <a:gd name="connsiteY1" fmla="*/ 0 h 95250"/>
                <a:gd name="connsiteX2" fmla="*/ 0 w 95250"/>
                <a:gd name="connsiteY2" fmla="*/ 0 h 95250"/>
              </a:gdLst>
              <a:ahLst/>
              <a:cxnLst>
                <a:cxn ang="0">
                  <a:pos x="connsiteX0" y="connsiteY0"/>
                </a:cxn>
                <a:cxn ang="0">
                  <a:pos x="connsiteX1" y="connsiteY1"/>
                </a:cxn>
                <a:cxn ang="0">
                  <a:pos x="connsiteX2" y="connsiteY2"/>
                </a:cxn>
              </a:cxnLst>
              <a:rect l="l" t="t" r="r" b="b"/>
              <a:pathLst>
                <a:path w="95250" h="95250">
                  <a:moveTo>
                    <a:pt x="95250" y="95250"/>
                  </a:moveTo>
                  <a:lnTo>
                    <a:pt x="95250" y="0"/>
                  </a:lnTo>
                  <a:lnTo>
                    <a:pt x="0" y="0"/>
                  </a:lnTo>
                </a:path>
              </a:pathLst>
            </a:custGeom>
            <a:noFill/>
            <a:ln w="38100" cap="flat">
              <a:gradFill>
                <a:gsLst>
                  <a:gs pos="0">
                    <a:srgbClr val="5ECAE4"/>
                  </a:gs>
                  <a:gs pos="100000">
                    <a:srgbClr val="071B11">
                      <a:lumMod val="50000"/>
                      <a:lumOff val="50000"/>
                    </a:srgbClr>
                  </a:gs>
                </a:gsLst>
                <a:lin ang="5400000" scaled="1"/>
              </a:grad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5" name="任意多边形: 形状 24">
              <a:extLst>
                <a:ext uri="{FF2B5EF4-FFF2-40B4-BE49-F238E27FC236}">
                  <a16:creationId xmlns:a16="http://schemas.microsoft.com/office/drawing/2014/main" id="{9366178B-68CD-321F-EA8D-CC628867795B}"/>
                </a:ext>
              </a:extLst>
            </p:cNvPr>
            <p:cNvSpPr/>
            <p:nvPr/>
          </p:nvSpPr>
          <p:spPr>
            <a:xfrm>
              <a:off x="2402972" y="2843760"/>
              <a:ext cx="89636" cy="86460"/>
            </a:xfrm>
            <a:custGeom>
              <a:avLst/>
              <a:gdLst>
                <a:gd name="connsiteX0" fmla="*/ 0 w 95250"/>
                <a:gd name="connsiteY0" fmla="*/ 95250 h 95250"/>
                <a:gd name="connsiteX1" fmla="*/ 95250 w 95250"/>
                <a:gd name="connsiteY1" fmla="*/ 95250 h 95250"/>
                <a:gd name="connsiteX2" fmla="*/ 95250 w 95250"/>
                <a:gd name="connsiteY2" fmla="*/ 0 h 95250"/>
              </a:gdLst>
              <a:ahLst/>
              <a:cxnLst>
                <a:cxn ang="0">
                  <a:pos x="connsiteX0" y="connsiteY0"/>
                </a:cxn>
                <a:cxn ang="0">
                  <a:pos x="connsiteX1" y="connsiteY1"/>
                </a:cxn>
                <a:cxn ang="0">
                  <a:pos x="connsiteX2" y="connsiteY2"/>
                </a:cxn>
              </a:cxnLst>
              <a:rect l="l" t="t" r="r" b="b"/>
              <a:pathLst>
                <a:path w="95250" h="95250">
                  <a:moveTo>
                    <a:pt x="0" y="95250"/>
                  </a:moveTo>
                  <a:lnTo>
                    <a:pt x="95250" y="95250"/>
                  </a:lnTo>
                  <a:lnTo>
                    <a:pt x="95250" y="0"/>
                  </a:lnTo>
                </a:path>
              </a:pathLst>
            </a:custGeom>
            <a:noFill/>
            <a:ln w="38100" cap="flat">
              <a:gradFill>
                <a:gsLst>
                  <a:gs pos="0">
                    <a:srgbClr val="5ECAE4"/>
                  </a:gs>
                  <a:gs pos="100000">
                    <a:srgbClr val="5ECAE4"/>
                  </a:gs>
                </a:gsLst>
                <a:lin ang="5400000" scaled="1"/>
              </a:grad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6" name="文本框 5">
            <a:extLst>
              <a:ext uri="{FF2B5EF4-FFF2-40B4-BE49-F238E27FC236}">
                <a16:creationId xmlns:a16="http://schemas.microsoft.com/office/drawing/2014/main" id="{FD942962-F015-FF27-06E4-986E82CFEF2C}"/>
              </a:ext>
            </a:extLst>
          </p:cNvPr>
          <p:cNvSpPr txBox="1"/>
          <p:nvPr>
            <p:custDataLst>
              <p:tags r:id="rId1"/>
            </p:custDataLst>
          </p:nvPr>
        </p:nvSpPr>
        <p:spPr>
          <a:xfrm>
            <a:off x="7801623" y="1224569"/>
            <a:ext cx="3738245" cy="52322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2800" b="1" kern="0" dirty="0">
                <a:solidFill>
                  <a:prstClr val="black"/>
                </a:solidFill>
                <a:effectLst>
                  <a:glow rad="88900">
                    <a:prstClr val="white">
                      <a:alpha val="40000"/>
                    </a:prstClr>
                  </a:glow>
                </a:effectLst>
                <a:latin typeface="微软雅黑" charset="0"/>
                <a:ea typeface="微软雅黑" charset="0"/>
                <a:cs typeface="微软雅黑" charset="0"/>
              </a:rPr>
              <a:t>请输入标题</a:t>
            </a:r>
            <a:endParaRPr kumimoji="0" lang="zh-CN" altLang="en-US" sz="2800" b="1" i="0" u="none" strike="noStrike" kern="0" cap="none" spc="0" normalizeH="0" baseline="0" noProof="0" dirty="0">
              <a:ln>
                <a:noFill/>
              </a:ln>
              <a:solidFill>
                <a:prstClr val="black"/>
              </a:solidFill>
              <a:effectLst>
                <a:glow rad="88900">
                  <a:prstClr val="white">
                    <a:alpha val="40000"/>
                  </a:prstClr>
                </a:glow>
              </a:effectLst>
              <a:uLnTx/>
              <a:uFillTx/>
              <a:latin typeface="微软雅黑" charset="0"/>
              <a:ea typeface="微软雅黑" charset="0"/>
              <a:cs typeface="微软雅黑" charset="0"/>
            </a:endParaRPr>
          </a:p>
        </p:txBody>
      </p:sp>
      <p:sp>
        <p:nvSpPr>
          <p:cNvPr id="7" name="文本框 6">
            <a:extLst>
              <a:ext uri="{FF2B5EF4-FFF2-40B4-BE49-F238E27FC236}">
                <a16:creationId xmlns:a16="http://schemas.microsoft.com/office/drawing/2014/main" id="{C554B852-FB5C-607B-A2ED-49631660BDF5}"/>
              </a:ext>
            </a:extLst>
          </p:cNvPr>
          <p:cNvSpPr txBox="1"/>
          <p:nvPr/>
        </p:nvSpPr>
        <p:spPr>
          <a:xfrm>
            <a:off x="8179553" y="2085858"/>
            <a:ext cx="2982384" cy="369332"/>
          </a:xfrm>
          <a:prstGeom prst="rect">
            <a:avLst/>
          </a:prstGeom>
          <a:noFill/>
        </p:spPr>
        <p:txBody>
          <a:bodyPr wrap="square" rtlCol="0">
            <a:spAutoFit/>
          </a:bodyPr>
          <a:lstStyle/>
          <a:p>
            <a:pPr lvl="0" algn="ctr"/>
            <a:r>
              <a:rPr kumimoji="0" lang="zh-CN" altLang="en-US" sz="1800" b="1" i="0" u="none" strike="noStrike" kern="0" cap="none" spc="0" normalizeH="0" baseline="0" noProof="0" dirty="0">
                <a:ln>
                  <a:noFill/>
                </a:ln>
                <a:solidFill>
                  <a:srgbClr val="4874CB">
                    <a:lumMod val="75000"/>
                  </a:srgbClr>
                </a:solidFill>
                <a:effectLst/>
                <a:uLnTx/>
                <a:uFillTx/>
                <a:latin typeface="微软雅黑" charset="0"/>
                <a:ea typeface="微软雅黑" charset="0"/>
              </a:rPr>
              <a:t>请</a:t>
            </a:r>
            <a:r>
              <a:rPr lang="zh-CN" altLang="en-US" b="1" kern="0" dirty="0">
                <a:solidFill>
                  <a:srgbClr val="4874CB">
                    <a:lumMod val="75000"/>
                  </a:srgbClr>
                </a:solidFill>
                <a:latin typeface="微软雅黑" charset="0"/>
                <a:ea typeface="微软雅黑" charset="0"/>
              </a:rPr>
              <a:t>输入文本请输入文本请</a:t>
            </a:r>
            <a:endParaRPr kumimoji="0" lang="zh-CN" altLang="en-US" sz="1800" b="1" i="0" u="none" strike="noStrike" kern="0" cap="none" spc="0" normalizeH="0" baseline="0" noProof="0" dirty="0">
              <a:ln>
                <a:noFill/>
              </a:ln>
              <a:solidFill>
                <a:srgbClr val="4874CB">
                  <a:lumMod val="75000"/>
                </a:srgbClr>
              </a:solidFill>
              <a:effectLst/>
              <a:uLnTx/>
              <a:uFillTx/>
              <a:latin typeface="微软雅黑" charset="0"/>
              <a:ea typeface="微软雅黑" charset="0"/>
            </a:endParaRPr>
          </a:p>
        </p:txBody>
      </p:sp>
      <p:sp>
        <p:nvSpPr>
          <p:cNvPr id="13" name="文本框 12">
            <a:extLst>
              <a:ext uri="{FF2B5EF4-FFF2-40B4-BE49-F238E27FC236}">
                <a16:creationId xmlns:a16="http://schemas.microsoft.com/office/drawing/2014/main" id="{688ECB7A-BC5C-B2BF-1B73-7450762FAAEC}"/>
              </a:ext>
            </a:extLst>
          </p:cNvPr>
          <p:cNvSpPr txBox="1"/>
          <p:nvPr/>
        </p:nvSpPr>
        <p:spPr>
          <a:xfrm>
            <a:off x="8044110" y="2525877"/>
            <a:ext cx="3253271" cy="658257"/>
          </a:xfrm>
          <a:prstGeom prst="rect">
            <a:avLst/>
          </a:prstGeom>
          <a:noFill/>
        </p:spPr>
        <p:txBody>
          <a:bodyPr wrap="square" rtlCol="0">
            <a:spAutoFit/>
          </a:bodyPr>
          <a:lstStyle/>
          <a:p>
            <a:pPr lvl="0" algn="ctr">
              <a:lnSpc>
                <a:spcPct val="120000"/>
              </a:lnSpc>
            </a:pPr>
            <a:r>
              <a:rPr kumimoji="0" lang="zh-CN" altLang="en-US" sz="1600" b="0" i="0" u="none" strike="noStrike" kern="0" cap="none" spc="0" normalizeH="0" baseline="0" noProof="0" dirty="0">
                <a:ln>
                  <a:noFill/>
                </a:ln>
                <a:solidFill>
                  <a:prstClr val="black"/>
                </a:solidFill>
                <a:effectLst/>
                <a:uLnTx/>
                <a:uFillTx/>
                <a:latin typeface="微软雅黑" charset="0"/>
                <a:ea typeface="微软雅黑" charset="0"/>
                <a:cs typeface="微软雅黑" charset="0"/>
              </a:rPr>
              <a:t>请</a:t>
            </a:r>
            <a:r>
              <a:rPr lang="zh-CN" altLang="en-US" sz="1600" kern="0" dirty="0">
                <a:solidFill>
                  <a:prstClr val="black"/>
                </a:solidFill>
                <a:latin typeface="微软雅黑" charset="0"/>
                <a:ea typeface="微软雅黑" charset="0"/>
                <a:cs typeface="微软雅黑" charset="0"/>
              </a:rPr>
              <a:t>输入文本请输入文本请输入文本请输入文本请输入文本请输入文本</a:t>
            </a:r>
            <a:endParaRPr kumimoji="0" lang="zh-CN" altLang="en-US" sz="1600" b="0" i="0" u="none" strike="noStrike" kern="0" cap="none" spc="0" normalizeH="0" baseline="0" noProof="0" dirty="0">
              <a:ln>
                <a:noFill/>
              </a:ln>
              <a:solidFill>
                <a:prstClr val="black"/>
              </a:solidFill>
              <a:effectLst/>
              <a:uLnTx/>
              <a:uFillTx/>
              <a:latin typeface="微软雅黑" charset="0"/>
              <a:ea typeface="微软雅黑" charset="0"/>
              <a:cs typeface="微软雅黑" charset="0"/>
            </a:endParaRPr>
          </a:p>
        </p:txBody>
      </p:sp>
      <p:pic>
        <p:nvPicPr>
          <p:cNvPr id="2050" name="Picture 2" descr="查看图片">
            <a:extLst>
              <a:ext uri="{FF2B5EF4-FFF2-40B4-BE49-F238E27FC236}">
                <a16:creationId xmlns:a16="http://schemas.microsoft.com/office/drawing/2014/main" id="{1D54FCB5-83B0-D0F1-5FE5-6E73DCBC1E9C}"/>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9738" b="89888" l="1500" r="96625">
                        <a14:foregroundMark x1="6250" y1="62172" x2="6250" y2="62172"/>
                        <a14:foregroundMark x1="1500" y1="68539" x2="1500" y2="68539"/>
                        <a14:foregroundMark x1="96625" y1="62734" x2="96625" y2="62734"/>
                      </a14:backgroundRemoval>
                    </a14:imgEffect>
                  </a14:imgLayer>
                </a14:imgProps>
              </a:ext>
              <a:ext uri="{28A0092B-C50C-407E-A947-70E740481C1C}">
                <a14:useLocalDpi xmlns:a14="http://schemas.microsoft.com/office/drawing/2010/main" val="0"/>
              </a:ext>
            </a:extLst>
          </a:blip>
          <a:srcRect l="26429" t="33160" r="6276" b="38730"/>
          <a:stretch>
            <a:fillRect/>
          </a:stretch>
        </p:blipFill>
        <p:spPr bwMode="auto">
          <a:xfrm>
            <a:off x="-4802" y="5710949"/>
            <a:ext cx="5130800" cy="1430595"/>
          </a:xfrm>
          <a:prstGeom prst="rect">
            <a:avLst/>
          </a:prstGeom>
          <a:noFill/>
          <a:extLst>
            <a:ext uri="{909E8E84-426E-40DD-AFC4-6F175D3DCCD1}">
              <a14:hiddenFill xmlns:a14="http://schemas.microsoft.com/office/drawing/2010/main">
                <a:solidFill>
                  <a:srgbClr val="FFFFFF"/>
                </a:solidFill>
              </a14:hiddenFill>
            </a:ext>
          </a:extLst>
        </p:spPr>
      </p:pic>
      <p:sp>
        <p:nvSpPr>
          <p:cNvPr id="91" name="文本框 90">
            <a:extLst>
              <a:ext uri="{FF2B5EF4-FFF2-40B4-BE49-F238E27FC236}">
                <a16:creationId xmlns:a16="http://schemas.microsoft.com/office/drawing/2014/main" id="{9F46FD02-AE3A-8646-6D5E-3A29B907A2B6}"/>
              </a:ext>
            </a:extLst>
          </p:cNvPr>
          <p:cNvSpPr txBox="1"/>
          <p:nvPr/>
        </p:nvSpPr>
        <p:spPr>
          <a:xfrm>
            <a:off x="8044110" y="3485548"/>
            <a:ext cx="3253271" cy="362792"/>
          </a:xfrm>
          <a:prstGeom prst="rect">
            <a:avLst/>
          </a:prstGeom>
          <a:noFill/>
        </p:spPr>
        <p:txBody>
          <a:bodyPr wrap="square" rtlCol="0">
            <a:spAutoFit/>
          </a:bodyPr>
          <a:lstStyle/>
          <a:p>
            <a:pPr lvl="0" algn="ctr">
              <a:lnSpc>
                <a:spcPct val="120000"/>
              </a:lnSpc>
            </a:pPr>
            <a:r>
              <a:rPr kumimoji="0" lang="zh-CN" altLang="en-US" sz="1600" b="1" i="0" u="none" strike="noStrike" kern="0" cap="none" spc="0" normalizeH="0" baseline="0" noProof="0" dirty="0">
                <a:ln>
                  <a:noFill/>
                </a:ln>
                <a:solidFill>
                  <a:prstClr val="black"/>
                </a:solidFill>
                <a:effectLst/>
                <a:uLnTx/>
                <a:uFillTx/>
                <a:latin typeface="微软雅黑" charset="0"/>
                <a:ea typeface="微软雅黑" charset="0"/>
                <a:cs typeface="微软雅黑" charset="0"/>
              </a:rPr>
              <a:t>请</a:t>
            </a:r>
            <a:r>
              <a:rPr lang="zh-CN" altLang="en-US" sz="1600" b="1" kern="0" dirty="0">
                <a:solidFill>
                  <a:prstClr val="black"/>
                </a:solidFill>
                <a:latin typeface="微软雅黑" charset="0"/>
                <a:ea typeface="微软雅黑" charset="0"/>
                <a:cs typeface="微软雅黑" charset="0"/>
              </a:rPr>
              <a:t>输入图表标题</a:t>
            </a:r>
            <a:endParaRPr kumimoji="0" lang="zh-CN" altLang="en-US" sz="1600" b="1" i="0" u="none" strike="noStrike" kern="0" cap="none" spc="0" normalizeH="0" baseline="0" noProof="0" dirty="0">
              <a:ln>
                <a:noFill/>
              </a:ln>
              <a:solidFill>
                <a:prstClr val="black"/>
              </a:solidFill>
              <a:effectLst/>
              <a:uLnTx/>
              <a:uFillTx/>
              <a:latin typeface="微软雅黑" charset="0"/>
              <a:ea typeface="微软雅黑" charset="0"/>
              <a:cs typeface="微软雅黑" charset="0"/>
            </a:endParaRPr>
          </a:p>
        </p:txBody>
      </p:sp>
      <p:graphicFrame>
        <p:nvGraphicFramePr>
          <p:cNvPr id="104" name="图表 103">
            <a:extLst>
              <a:ext uri="{FF2B5EF4-FFF2-40B4-BE49-F238E27FC236}">
                <a16:creationId xmlns:a16="http://schemas.microsoft.com/office/drawing/2014/main" id="{D733293A-20C4-91A3-6A11-0EB37B4625E0}"/>
              </a:ext>
            </a:extLst>
          </p:cNvPr>
          <p:cNvGraphicFramePr/>
          <p:nvPr>
            <p:extLst>
              <p:ext uri="{D42A27DB-BD31-4B8C-83A1-F6EECF244321}">
                <p14:modId xmlns:p14="http://schemas.microsoft.com/office/powerpoint/2010/main" val="3359009828"/>
              </p:ext>
            </p:extLst>
          </p:nvPr>
        </p:nvGraphicFramePr>
        <p:xfrm>
          <a:off x="8059619" y="3884321"/>
          <a:ext cx="3247917" cy="2457628"/>
        </p:xfrm>
        <a:graphic>
          <a:graphicData uri="http://schemas.openxmlformats.org/drawingml/2006/chart">
            <c:chart xmlns:c="http://schemas.openxmlformats.org/drawingml/2006/chart" xmlns:r="http://schemas.openxmlformats.org/officeDocument/2006/relationships" r:id="rId8"/>
          </a:graphicData>
        </a:graphic>
      </p:graphicFrame>
      <p:sp>
        <p:nvSpPr>
          <p:cNvPr id="29" name="矩形: 圆角 28">
            <a:extLst>
              <a:ext uri="{FF2B5EF4-FFF2-40B4-BE49-F238E27FC236}">
                <a16:creationId xmlns:a16="http://schemas.microsoft.com/office/drawing/2014/main" id="{A35C38C7-9D37-6A18-0FAC-F06A70115E1F}"/>
              </a:ext>
            </a:extLst>
          </p:cNvPr>
          <p:cNvSpPr/>
          <p:nvPr/>
        </p:nvSpPr>
        <p:spPr>
          <a:xfrm>
            <a:off x="352921" y="959960"/>
            <a:ext cx="6706646" cy="5468614"/>
          </a:xfrm>
          <a:prstGeom prst="roundRect">
            <a:avLst>
              <a:gd name="adj" fmla="val 0"/>
            </a:avLst>
          </a:prstGeom>
          <a:gradFill flip="none" rotWithShape="1">
            <a:gsLst>
              <a:gs pos="0">
                <a:sysClr val="window" lastClr="FFFFFF"/>
              </a:gs>
              <a:gs pos="100000">
                <a:schemeClr val="bg1">
                  <a:alpha val="40000"/>
                </a:schemeClr>
              </a:gs>
            </a:gsLst>
            <a:lin ang="5400000" scaled="0"/>
            <a:tileRect/>
          </a:gradFill>
          <a:ln w="12700" cap="flat" cmpd="sng" algn="ctr">
            <a:noFill/>
            <a:prstDash val="solid"/>
            <a:miter lim="800000"/>
          </a:ln>
          <a:effectLst>
            <a:outerShdw blurRad="241300" dir="5400000" sx="102000" sy="102000" algn="ctr" rotWithShape="0">
              <a:schemeClr val="accent1">
                <a:lumMod val="50000"/>
                <a:alpha val="18000"/>
              </a:scheme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思源黑体 CN Normal"/>
              <a:cs typeface="+mn-cs"/>
            </a:endParaRPr>
          </a:p>
        </p:txBody>
      </p:sp>
      <p:sp>
        <p:nvSpPr>
          <p:cNvPr id="27" name="文本框 26">
            <a:extLst>
              <a:ext uri="{FF2B5EF4-FFF2-40B4-BE49-F238E27FC236}">
                <a16:creationId xmlns:a16="http://schemas.microsoft.com/office/drawing/2014/main" id="{E09A33C9-FB30-1876-030B-639E04916718}"/>
              </a:ext>
            </a:extLst>
          </p:cNvPr>
          <p:cNvSpPr txBox="1"/>
          <p:nvPr/>
        </p:nvSpPr>
        <p:spPr>
          <a:xfrm>
            <a:off x="783571" y="4461179"/>
            <a:ext cx="5786797" cy="1249188"/>
          </a:xfrm>
          <a:prstGeom prst="rect">
            <a:avLst/>
          </a:prstGeom>
          <a:noFill/>
        </p:spPr>
        <p:txBody>
          <a:bodyPr wrap="square" rtlCol="0">
            <a:spAutoFit/>
          </a:bodyPr>
          <a:lstStyle/>
          <a:p>
            <a:pPr lvl="0" algn="ctr">
              <a:lnSpc>
                <a:spcPct val="120000"/>
              </a:lnSpc>
            </a:pPr>
            <a:r>
              <a:rPr kumimoji="0" lang="zh-CN" altLang="en-US" sz="1600" b="0" i="0" u="none" strike="noStrike" kern="0" cap="none" spc="0" normalizeH="0" baseline="0" noProof="0" dirty="0">
                <a:ln>
                  <a:noFill/>
                </a:ln>
                <a:solidFill>
                  <a:prstClr val="black"/>
                </a:solidFill>
                <a:effectLst/>
                <a:uLnTx/>
                <a:uFillTx/>
                <a:latin typeface="微软雅黑" charset="0"/>
                <a:ea typeface="微软雅黑" charset="0"/>
                <a:cs typeface="微软雅黑" charset="0"/>
              </a:rPr>
              <a:t>请</a:t>
            </a:r>
            <a:r>
              <a:rPr lang="zh-CN" altLang="en-US" sz="1600" kern="0" dirty="0">
                <a:solidFill>
                  <a:prstClr val="black"/>
                </a:solidFill>
                <a:latin typeface="微软雅黑" charset="0"/>
                <a:ea typeface="微软雅黑" charset="0"/>
                <a:cs typeface="微软雅黑" charset="0"/>
              </a:rPr>
              <a:t>输入文本请输入文本请输入文本请输入文本请输入文本请输入文本请输入文本请输入请输入文本文本请输入文本请输入文本请输入文本请输入文本请输入文本请输入文本请输入文本请</a:t>
            </a:r>
            <a:endParaRPr lang="en-US" altLang="zh-CN" sz="1600" kern="0" dirty="0">
              <a:solidFill>
                <a:prstClr val="black"/>
              </a:solidFill>
              <a:latin typeface="微软雅黑" charset="0"/>
              <a:ea typeface="微软雅黑" charset="0"/>
              <a:cs typeface="微软雅黑" charset="0"/>
            </a:endParaRPr>
          </a:p>
          <a:p>
            <a:pPr lvl="0" algn="ctr">
              <a:lnSpc>
                <a:spcPct val="120000"/>
              </a:lnSpc>
            </a:pPr>
            <a:r>
              <a:rPr lang="zh-CN" altLang="en-US" sz="1600" kern="0" dirty="0">
                <a:solidFill>
                  <a:prstClr val="black"/>
                </a:solidFill>
                <a:latin typeface="微软雅黑" charset="0"/>
                <a:ea typeface="微软雅黑" charset="0"/>
                <a:cs typeface="微软雅黑" charset="0"/>
              </a:rPr>
              <a:t>请输入文本请请输入文本请请输入文本请请输入文本请请输入</a:t>
            </a:r>
            <a:endParaRPr kumimoji="0" lang="zh-CN" altLang="en-US" sz="1600" b="0" i="0" u="none" strike="noStrike" kern="0" cap="none" spc="0" normalizeH="0" baseline="0" noProof="0" dirty="0">
              <a:ln>
                <a:noFill/>
              </a:ln>
              <a:solidFill>
                <a:prstClr val="black"/>
              </a:solidFill>
              <a:effectLst/>
              <a:uLnTx/>
              <a:uFillTx/>
              <a:latin typeface="微软雅黑" charset="0"/>
              <a:ea typeface="微软雅黑" charset="0"/>
              <a:cs typeface="微软雅黑" charset="0"/>
            </a:endParaRPr>
          </a:p>
        </p:txBody>
      </p:sp>
      <p:pic>
        <p:nvPicPr>
          <p:cNvPr id="118" name="图片 117">
            <a:extLst>
              <a:ext uri="{FF2B5EF4-FFF2-40B4-BE49-F238E27FC236}">
                <a16:creationId xmlns:a16="http://schemas.microsoft.com/office/drawing/2014/main" id="{3A310610-EB44-6371-96F5-C2F62257606B}"/>
              </a:ext>
            </a:extLst>
          </p:cNvPr>
          <p:cNvPicPr>
            <a:picLocks noChangeAspect="1"/>
          </p:cNvPicPr>
          <p:nvPr/>
        </p:nvPicPr>
        <p:blipFill>
          <a:blip r:embed="rId9">
            <a:extLst>
              <a:ext uri="{28A0092B-C50C-407E-A947-70E740481C1C}">
                <a14:useLocalDpi xmlns:a14="http://schemas.microsoft.com/office/drawing/2010/main" val="0"/>
              </a:ext>
            </a:extLst>
          </a:blip>
          <a:srcRect l="14518" t="26492" b="27249"/>
          <a:stretch>
            <a:fillRect/>
          </a:stretch>
        </p:blipFill>
        <p:spPr>
          <a:xfrm>
            <a:off x="925438" y="2415249"/>
            <a:ext cx="2447455" cy="176593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20" name="图片 119">
            <a:extLst>
              <a:ext uri="{FF2B5EF4-FFF2-40B4-BE49-F238E27FC236}">
                <a16:creationId xmlns:a16="http://schemas.microsoft.com/office/drawing/2014/main" id="{583C0C3D-5FE7-FDD8-24A6-465EB1DD6156}"/>
              </a:ext>
            </a:extLst>
          </p:cNvPr>
          <p:cNvPicPr>
            <a:picLocks noChangeAspect="1"/>
          </p:cNvPicPr>
          <p:nvPr/>
        </p:nvPicPr>
        <p:blipFill>
          <a:blip r:embed="rId9">
            <a:extLst>
              <a:ext uri="{28A0092B-C50C-407E-A947-70E740481C1C}">
                <a14:useLocalDpi xmlns:a14="http://schemas.microsoft.com/office/drawing/2010/main" val="0"/>
              </a:ext>
            </a:extLst>
          </a:blip>
          <a:srcRect l="14518" t="26492" b="27249"/>
          <a:stretch>
            <a:fillRect/>
          </a:stretch>
        </p:blipFill>
        <p:spPr>
          <a:xfrm>
            <a:off x="4158322" y="2415249"/>
            <a:ext cx="2447455" cy="176593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nvGrpSpPr>
          <p:cNvPr id="1039" name="组合 1038">
            <a:extLst>
              <a:ext uri="{FF2B5EF4-FFF2-40B4-BE49-F238E27FC236}">
                <a16:creationId xmlns:a16="http://schemas.microsoft.com/office/drawing/2014/main" id="{29146772-206E-F6C8-4003-6BF19F7CC1F2}"/>
              </a:ext>
            </a:extLst>
          </p:cNvPr>
          <p:cNvGrpSpPr/>
          <p:nvPr/>
        </p:nvGrpSpPr>
        <p:grpSpPr>
          <a:xfrm>
            <a:off x="983189" y="1323244"/>
            <a:ext cx="5310563" cy="620574"/>
            <a:chOff x="925439" y="1323244"/>
            <a:chExt cx="5310563" cy="620574"/>
          </a:xfrm>
        </p:grpSpPr>
        <p:cxnSp>
          <p:nvCxnSpPr>
            <p:cNvPr id="1026" name="直接连接符 1025">
              <a:extLst>
                <a:ext uri="{FF2B5EF4-FFF2-40B4-BE49-F238E27FC236}">
                  <a16:creationId xmlns:a16="http://schemas.microsoft.com/office/drawing/2014/main" id="{5BB1AE98-CF4A-A9BD-6EE5-6F093DFF7332}"/>
                </a:ext>
              </a:extLst>
            </p:cNvPr>
            <p:cNvCxnSpPr>
              <a:cxnSpLocks/>
            </p:cNvCxnSpPr>
            <p:nvPr/>
          </p:nvCxnSpPr>
          <p:spPr>
            <a:xfrm>
              <a:off x="933055" y="1943818"/>
              <a:ext cx="5295331" cy="0"/>
            </a:xfrm>
            <a:prstGeom prst="line">
              <a:avLst/>
            </a:prstGeom>
            <a:ln w="38100"/>
            <a:effectLst>
              <a:outerShdw blurRad="50800" dist="38100" dir="16200000"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nvGrpSpPr>
            <p:cNvPr id="1038" name="组合 1037">
              <a:extLst>
                <a:ext uri="{FF2B5EF4-FFF2-40B4-BE49-F238E27FC236}">
                  <a16:creationId xmlns:a16="http://schemas.microsoft.com/office/drawing/2014/main" id="{0516144F-E8DD-2C54-D03F-590FA9F6F3DA}"/>
                </a:ext>
              </a:extLst>
            </p:cNvPr>
            <p:cNvGrpSpPr/>
            <p:nvPr/>
          </p:nvGrpSpPr>
          <p:grpSpPr>
            <a:xfrm>
              <a:off x="925439" y="1323244"/>
              <a:ext cx="5310563" cy="472992"/>
              <a:chOff x="925439" y="1323244"/>
              <a:chExt cx="5310563" cy="472992"/>
            </a:xfrm>
          </p:grpSpPr>
          <p:sp>
            <p:nvSpPr>
              <p:cNvPr id="26" name="文本框 25">
                <a:extLst>
                  <a:ext uri="{FF2B5EF4-FFF2-40B4-BE49-F238E27FC236}">
                    <a16:creationId xmlns:a16="http://schemas.microsoft.com/office/drawing/2014/main" id="{8670FCB9-7A18-14E2-0D52-E645490751DC}"/>
                  </a:ext>
                </a:extLst>
              </p:cNvPr>
              <p:cNvSpPr txBox="1"/>
              <p:nvPr/>
            </p:nvSpPr>
            <p:spPr>
              <a:xfrm>
                <a:off x="1733336" y="1334571"/>
                <a:ext cx="3694769" cy="461665"/>
              </a:xfrm>
              <a:prstGeom prst="rect">
                <a:avLst/>
              </a:prstGeom>
              <a:noFill/>
            </p:spPr>
            <p:txBody>
              <a:bodyPr wrap="square" rtlCol="0">
                <a:spAutoFit/>
              </a:bodyPr>
              <a:lstStyle/>
              <a:p>
                <a:pPr lvl="0" algn="ctr"/>
                <a:r>
                  <a:rPr lang="zh-CN" altLang="en-US" sz="2400" b="1" dirty="0">
                    <a:gradFill>
                      <a:gsLst>
                        <a:gs pos="50000">
                          <a:srgbClr val="1F5FBF"/>
                        </a:gs>
                        <a:gs pos="0">
                          <a:srgbClr val="1486CB"/>
                        </a:gs>
                        <a:gs pos="100000">
                          <a:srgbClr val="2A34B2"/>
                        </a:gs>
                      </a:gsLst>
                      <a:lin ang="5400000" scaled="0"/>
                    </a:gradFill>
                    <a:latin typeface="Arial" panose="020B0604020202020204" pitchFamily="34" charset="0"/>
                    <a:ea typeface="微软雅黑" panose="020B0503020204020204" pitchFamily="34" charset="-122"/>
                  </a:rPr>
                  <a:t>请输入标题    请输入标题</a:t>
                </a:r>
              </a:p>
            </p:txBody>
          </p:sp>
          <p:grpSp>
            <p:nvGrpSpPr>
              <p:cNvPr id="1037" name="组合 1036">
                <a:extLst>
                  <a:ext uri="{FF2B5EF4-FFF2-40B4-BE49-F238E27FC236}">
                    <a16:creationId xmlns:a16="http://schemas.microsoft.com/office/drawing/2014/main" id="{EFED2FF2-4E6A-7D76-2D1C-A1B9207C874A}"/>
                  </a:ext>
                </a:extLst>
              </p:cNvPr>
              <p:cNvGrpSpPr/>
              <p:nvPr/>
            </p:nvGrpSpPr>
            <p:grpSpPr>
              <a:xfrm>
                <a:off x="925439" y="1323244"/>
                <a:ext cx="5310563" cy="447557"/>
                <a:chOff x="925439" y="1323244"/>
                <a:chExt cx="5310563" cy="447557"/>
              </a:xfrm>
            </p:grpSpPr>
            <p:grpSp>
              <p:nvGrpSpPr>
                <p:cNvPr id="123" name="135">
                  <a:extLst>
                    <a:ext uri="{FF2B5EF4-FFF2-40B4-BE49-F238E27FC236}">
                      <a16:creationId xmlns:a16="http://schemas.microsoft.com/office/drawing/2014/main" id="{5D4E571C-E1B9-8777-8199-00DBA04A661A}"/>
                    </a:ext>
                  </a:extLst>
                </p:cNvPr>
                <p:cNvGrpSpPr/>
                <p:nvPr/>
              </p:nvGrpSpPr>
              <p:grpSpPr>
                <a:xfrm>
                  <a:off x="5401380" y="1323244"/>
                  <a:ext cx="834622" cy="447557"/>
                  <a:chOff x="5819775" y="3096094"/>
                  <a:chExt cx="625029" cy="309094"/>
                </a:xfrm>
                <a:solidFill>
                  <a:schemeClr val="accent1"/>
                </a:solidFill>
              </p:grpSpPr>
              <p:sp>
                <p:nvSpPr>
                  <p:cNvPr id="124" name="135-1">
                    <a:extLst>
                      <a:ext uri="{FF2B5EF4-FFF2-40B4-BE49-F238E27FC236}">
                        <a16:creationId xmlns:a16="http://schemas.microsoft.com/office/drawing/2014/main" id="{626F91DD-F061-E373-9F69-854F0F0F9917}"/>
                      </a:ext>
                    </a:extLst>
                  </p:cNvPr>
                  <p:cNvSpPr/>
                  <p:nvPr/>
                </p:nvSpPr>
                <p:spPr>
                  <a:xfrm>
                    <a:off x="5819775" y="3190494"/>
                    <a:ext cx="450056" cy="214694"/>
                  </a:xfrm>
                  <a:custGeom>
                    <a:avLst/>
                    <a:gdLst>
                      <a:gd name="connsiteX0" fmla="*/ 0 w 450056"/>
                      <a:gd name="connsiteY0" fmla="*/ 214313 h 214313"/>
                      <a:gd name="connsiteX1" fmla="*/ 450056 w 450056"/>
                      <a:gd name="connsiteY1" fmla="*/ 0 h 214313"/>
                      <a:gd name="connsiteX2" fmla="*/ 0 w 450056"/>
                      <a:gd name="connsiteY2" fmla="*/ 214313 h 214313"/>
                      <a:gd name="connsiteX0" fmla="*/ 0 w 450056"/>
                      <a:gd name="connsiteY0" fmla="*/ 214313 h 214313"/>
                      <a:gd name="connsiteX1" fmla="*/ 450056 w 450056"/>
                      <a:gd name="connsiteY1" fmla="*/ 0 h 214313"/>
                      <a:gd name="connsiteX2" fmla="*/ 0 w 450056"/>
                      <a:gd name="connsiteY2" fmla="*/ 214313 h 214313"/>
                      <a:gd name="connsiteX0" fmla="*/ 0 w 450056"/>
                      <a:gd name="connsiteY0" fmla="*/ 214313 h 214313"/>
                      <a:gd name="connsiteX1" fmla="*/ 450056 w 450056"/>
                      <a:gd name="connsiteY1" fmla="*/ 0 h 214313"/>
                      <a:gd name="connsiteX2" fmla="*/ 0 w 450056"/>
                      <a:gd name="connsiteY2" fmla="*/ 214313 h 214313"/>
                      <a:gd name="connsiteX0" fmla="*/ 0 w 450056"/>
                      <a:gd name="connsiteY0" fmla="*/ 214694 h 214694"/>
                      <a:gd name="connsiteX1" fmla="*/ 450056 w 450056"/>
                      <a:gd name="connsiteY1" fmla="*/ 381 h 214694"/>
                      <a:gd name="connsiteX2" fmla="*/ 0 w 450056"/>
                      <a:gd name="connsiteY2" fmla="*/ 214694 h 214694"/>
                      <a:gd name="connsiteX0" fmla="*/ 0 w 450056"/>
                      <a:gd name="connsiteY0" fmla="*/ 214694 h 214694"/>
                      <a:gd name="connsiteX1" fmla="*/ 450056 w 450056"/>
                      <a:gd name="connsiteY1" fmla="*/ 381 h 214694"/>
                      <a:gd name="connsiteX2" fmla="*/ 0 w 450056"/>
                      <a:gd name="connsiteY2" fmla="*/ 214694 h 214694"/>
                      <a:gd name="connsiteX0" fmla="*/ 0 w 450056"/>
                      <a:gd name="connsiteY0" fmla="*/ 214694 h 214694"/>
                      <a:gd name="connsiteX1" fmla="*/ 450056 w 450056"/>
                      <a:gd name="connsiteY1" fmla="*/ 381 h 214694"/>
                      <a:gd name="connsiteX2" fmla="*/ 0 w 450056"/>
                      <a:gd name="connsiteY2" fmla="*/ 214694 h 214694"/>
                      <a:gd name="connsiteX0" fmla="*/ 0 w 450056"/>
                      <a:gd name="connsiteY0" fmla="*/ 214694 h 214694"/>
                      <a:gd name="connsiteX1" fmla="*/ 450056 w 450056"/>
                      <a:gd name="connsiteY1" fmla="*/ 381 h 214694"/>
                      <a:gd name="connsiteX2" fmla="*/ 0 w 450056"/>
                      <a:gd name="connsiteY2" fmla="*/ 214694 h 214694"/>
                      <a:gd name="connsiteX0" fmla="*/ 0 w 450056"/>
                      <a:gd name="connsiteY0" fmla="*/ 214694 h 214694"/>
                      <a:gd name="connsiteX1" fmla="*/ 450056 w 450056"/>
                      <a:gd name="connsiteY1" fmla="*/ 381 h 214694"/>
                      <a:gd name="connsiteX2" fmla="*/ 0 w 450056"/>
                      <a:gd name="connsiteY2" fmla="*/ 214694 h 214694"/>
                    </a:gdLst>
                    <a:ahLst/>
                    <a:cxnLst>
                      <a:cxn ang="0">
                        <a:pos x="connsiteX0" y="connsiteY0"/>
                      </a:cxn>
                      <a:cxn ang="0">
                        <a:pos x="connsiteX1" y="connsiteY1"/>
                      </a:cxn>
                      <a:cxn ang="0">
                        <a:pos x="connsiteX2" y="connsiteY2"/>
                      </a:cxn>
                    </a:cxnLst>
                    <a:rect l="l" t="t" r="r" b="b"/>
                    <a:pathLst>
                      <a:path w="450056" h="214694">
                        <a:moveTo>
                          <a:pt x="0" y="214694"/>
                        </a:moveTo>
                        <a:cubicBezTo>
                          <a:pt x="78581" y="133731"/>
                          <a:pt x="169067" y="7527"/>
                          <a:pt x="450056" y="381"/>
                        </a:cubicBezTo>
                        <a:cubicBezTo>
                          <a:pt x="295274" y="-4381"/>
                          <a:pt x="100013" y="33718"/>
                          <a:pt x="0" y="214694"/>
                        </a:cubicBezTo>
                        <a:close/>
                      </a:path>
                    </a:pathLst>
                  </a:custGeom>
                  <a:gradFill>
                    <a:gsLst>
                      <a:gs pos="93000">
                        <a:srgbClr val="F0CA69"/>
                      </a:gs>
                      <a:gs pos="0">
                        <a:srgbClr val="D0983A"/>
                      </a:gs>
                    </a:gsLst>
                    <a:lin ang="5400000" scaled="1"/>
                  </a:gradFill>
                  <a:ln w="12700" cap="flat" cmpd="sng" algn="ctr">
                    <a:noFill/>
                    <a:prstDash val="solid"/>
                    <a:miter lim="800000"/>
                  </a:ln>
                  <a:effectLst/>
                </p:spPr>
                <p:txBody>
                  <a:bodyPr rtlCol="0" anchor="ctr"/>
                  <a:lstStyle/>
                  <a:p>
                    <a:pPr algn="ctr"/>
                    <a:endParaRPr lang="zh-CN" altLang="en-US" kern="0">
                      <a:solidFill>
                        <a:srgbClr val="5B9BD5">
                          <a:lumMod val="50000"/>
                        </a:srgbClr>
                      </a:solidFill>
                      <a:effectLst>
                        <a:outerShdw blurRad="50800" dist="38100" dir="10800000" algn="r" rotWithShape="0">
                          <a:prstClr val="black">
                            <a:alpha val="40000"/>
                          </a:prstClr>
                        </a:outerShdw>
                      </a:effectLst>
                      <a:ea typeface="思源宋体 CN Heavy" panose="02020900000000000000" pitchFamily="18" charset="-122"/>
                    </a:endParaRPr>
                  </a:p>
                </p:txBody>
              </p:sp>
              <p:sp>
                <p:nvSpPr>
                  <p:cNvPr id="125" name="135-2">
                    <a:extLst>
                      <a:ext uri="{FF2B5EF4-FFF2-40B4-BE49-F238E27FC236}">
                        <a16:creationId xmlns:a16="http://schemas.microsoft.com/office/drawing/2014/main" id="{4B218098-77CC-D5FC-3104-8A0DA238957B}"/>
                      </a:ext>
                    </a:extLst>
                  </p:cNvPr>
                  <p:cNvSpPr/>
                  <p:nvPr/>
                </p:nvSpPr>
                <p:spPr>
                  <a:xfrm>
                    <a:off x="5838825" y="3167795"/>
                    <a:ext cx="61913" cy="61913"/>
                  </a:xfrm>
                  <a:prstGeom prst="star5">
                    <a:avLst/>
                  </a:prstGeom>
                  <a:gradFill>
                    <a:gsLst>
                      <a:gs pos="93000">
                        <a:srgbClr val="F0CA69"/>
                      </a:gs>
                      <a:gs pos="0">
                        <a:srgbClr val="D0983A"/>
                      </a:gs>
                    </a:gsLst>
                    <a:lin ang="5400000" scaled="1"/>
                  </a:gradFill>
                  <a:ln w="12700" cap="flat" cmpd="sng" algn="ctr">
                    <a:noFill/>
                    <a:prstDash val="solid"/>
                    <a:miter lim="800000"/>
                  </a:ln>
                  <a:effectLst/>
                </p:spPr>
                <p:txBody>
                  <a:bodyPr rtlCol="0" anchor="ctr"/>
                  <a:lstStyle/>
                  <a:p>
                    <a:pPr algn="ctr"/>
                    <a:endParaRPr lang="zh-CN" altLang="en-US" kern="0">
                      <a:solidFill>
                        <a:srgbClr val="5B9BD5">
                          <a:lumMod val="50000"/>
                        </a:srgbClr>
                      </a:solidFill>
                      <a:effectLst>
                        <a:outerShdw blurRad="50800" dist="38100" dir="10800000" algn="r" rotWithShape="0">
                          <a:prstClr val="black">
                            <a:alpha val="40000"/>
                          </a:prstClr>
                        </a:outerShdw>
                      </a:effectLst>
                      <a:ea typeface="思源宋体 CN Heavy" panose="02020900000000000000" pitchFamily="18" charset="-122"/>
                    </a:endParaRPr>
                  </a:p>
                </p:txBody>
              </p:sp>
              <p:sp>
                <p:nvSpPr>
                  <p:cNvPr id="126" name="135-3">
                    <a:extLst>
                      <a:ext uri="{FF2B5EF4-FFF2-40B4-BE49-F238E27FC236}">
                        <a16:creationId xmlns:a16="http://schemas.microsoft.com/office/drawing/2014/main" id="{F125CB5A-4C53-7E41-D639-67B681AF266C}"/>
                      </a:ext>
                    </a:extLst>
                  </p:cNvPr>
                  <p:cNvSpPr/>
                  <p:nvPr/>
                </p:nvSpPr>
                <p:spPr>
                  <a:xfrm rot="20614881">
                    <a:off x="5942151" y="3300018"/>
                    <a:ext cx="61913" cy="61913"/>
                  </a:xfrm>
                  <a:prstGeom prst="star5">
                    <a:avLst/>
                  </a:prstGeom>
                  <a:gradFill>
                    <a:gsLst>
                      <a:gs pos="93000">
                        <a:srgbClr val="F0CA69"/>
                      </a:gs>
                      <a:gs pos="0">
                        <a:srgbClr val="D0983A"/>
                      </a:gs>
                    </a:gsLst>
                    <a:lin ang="5400000" scaled="1"/>
                  </a:gradFill>
                  <a:ln w="12700" cap="flat" cmpd="sng" algn="ctr">
                    <a:noFill/>
                    <a:prstDash val="solid"/>
                    <a:miter lim="800000"/>
                  </a:ln>
                  <a:effectLst/>
                </p:spPr>
                <p:txBody>
                  <a:bodyPr rtlCol="0" anchor="ctr"/>
                  <a:lstStyle/>
                  <a:p>
                    <a:pPr algn="ctr"/>
                    <a:endParaRPr lang="zh-CN" altLang="en-US" kern="0">
                      <a:solidFill>
                        <a:srgbClr val="5B9BD5">
                          <a:lumMod val="50000"/>
                        </a:srgbClr>
                      </a:solidFill>
                      <a:effectLst>
                        <a:outerShdw blurRad="50800" dist="38100" dir="10800000" algn="r" rotWithShape="0">
                          <a:prstClr val="black">
                            <a:alpha val="40000"/>
                          </a:prstClr>
                        </a:outerShdw>
                      </a:effectLst>
                      <a:ea typeface="思源宋体 CN Heavy" panose="02020900000000000000" pitchFamily="18" charset="-122"/>
                    </a:endParaRPr>
                  </a:p>
                </p:txBody>
              </p:sp>
              <p:sp>
                <p:nvSpPr>
                  <p:cNvPr id="127" name="135-4">
                    <a:extLst>
                      <a:ext uri="{FF2B5EF4-FFF2-40B4-BE49-F238E27FC236}">
                        <a16:creationId xmlns:a16="http://schemas.microsoft.com/office/drawing/2014/main" id="{21E765B3-37DE-F760-0E4B-91AC936A8959}"/>
                      </a:ext>
                    </a:extLst>
                  </p:cNvPr>
                  <p:cNvSpPr/>
                  <p:nvPr/>
                </p:nvSpPr>
                <p:spPr>
                  <a:xfrm rot="1922157">
                    <a:off x="6065147" y="3096094"/>
                    <a:ext cx="67989" cy="67989"/>
                  </a:xfrm>
                  <a:prstGeom prst="star5">
                    <a:avLst/>
                  </a:prstGeom>
                  <a:gradFill>
                    <a:gsLst>
                      <a:gs pos="93000">
                        <a:srgbClr val="F0CA69"/>
                      </a:gs>
                      <a:gs pos="0">
                        <a:srgbClr val="D0983A"/>
                      </a:gs>
                    </a:gsLst>
                    <a:lin ang="5400000" scaled="1"/>
                  </a:gradFill>
                  <a:ln w="12700" cap="flat" cmpd="sng" algn="ctr">
                    <a:noFill/>
                    <a:prstDash val="solid"/>
                    <a:miter lim="800000"/>
                  </a:ln>
                  <a:effectLst/>
                </p:spPr>
                <p:txBody>
                  <a:bodyPr rtlCol="0" anchor="ctr"/>
                  <a:lstStyle/>
                  <a:p>
                    <a:pPr algn="ctr"/>
                    <a:endParaRPr lang="zh-CN" altLang="en-US" kern="0">
                      <a:solidFill>
                        <a:srgbClr val="5B9BD5">
                          <a:lumMod val="50000"/>
                        </a:srgbClr>
                      </a:solidFill>
                      <a:effectLst>
                        <a:outerShdw blurRad="50800" dist="38100" dir="10800000" algn="r" rotWithShape="0">
                          <a:prstClr val="black">
                            <a:alpha val="40000"/>
                          </a:prstClr>
                        </a:outerShdw>
                      </a:effectLst>
                      <a:ea typeface="思源宋体 CN Heavy" panose="02020900000000000000" pitchFamily="18" charset="-122"/>
                    </a:endParaRPr>
                  </a:p>
                </p:txBody>
              </p:sp>
              <p:sp>
                <p:nvSpPr>
                  <p:cNvPr id="1024" name="135-5">
                    <a:extLst>
                      <a:ext uri="{FF2B5EF4-FFF2-40B4-BE49-F238E27FC236}">
                        <a16:creationId xmlns:a16="http://schemas.microsoft.com/office/drawing/2014/main" id="{BB7CCFB3-94E8-D534-F7F8-055D151EE53E}"/>
                      </a:ext>
                    </a:extLst>
                  </p:cNvPr>
                  <p:cNvSpPr/>
                  <p:nvPr/>
                </p:nvSpPr>
                <p:spPr>
                  <a:xfrm rot="21152549">
                    <a:off x="6111997" y="3225354"/>
                    <a:ext cx="67989" cy="67989"/>
                  </a:xfrm>
                  <a:prstGeom prst="star5">
                    <a:avLst/>
                  </a:prstGeom>
                  <a:gradFill>
                    <a:gsLst>
                      <a:gs pos="93000">
                        <a:srgbClr val="F0CA69"/>
                      </a:gs>
                      <a:gs pos="0">
                        <a:srgbClr val="D0983A"/>
                      </a:gs>
                    </a:gsLst>
                    <a:lin ang="5400000" scaled="1"/>
                  </a:gradFill>
                  <a:ln w="12700" cap="flat" cmpd="sng" algn="ctr">
                    <a:noFill/>
                    <a:prstDash val="solid"/>
                    <a:miter lim="800000"/>
                  </a:ln>
                  <a:effectLst/>
                </p:spPr>
                <p:txBody>
                  <a:bodyPr rtlCol="0" anchor="ctr"/>
                  <a:lstStyle/>
                  <a:p>
                    <a:pPr algn="ctr"/>
                    <a:endParaRPr lang="zh-CN" altLang="en-US" kern="0">
                      <a:solidFill>
                        <a:srgbClr val="5B9BD5">
                          <a:lumMod val="50000"/>
                        </a:srgbClr>
                      </a:solidFill>
                      <a:effectLst>
                        <a:outerShdw blurRad="50800" dist="38100" dir="10800000" algn="r" rotWithShape="0">
                          <a:prstClr val="black">
                            <a:alpha val="40000"/>
                          </a:prstClr>
                        </a:outerShdw>
                      </a:effectLst>
                      <a:ea typeface="思源宋体 CN Heavy" panose="02020900000000000000" pitchFamily="18" charset="-122"/>
                    </a:endParaRPr>
                  </a:p>
                </p:txBody>
              </p:sp>
              <p:sp>
                <p:nvSpPr>
                  <p:cNvPr id="1025" name="135-6">
                    <a:extLst>
                      <a:ext uri="{FF2B5EF4-FFF2-40B4-BE49-F238E27FC236}">
                        <a16:creationId xmlns:a16="http://schemas.microsoft.com/office/drawing/2014/main" id="{12B53853-8D17-265E-3DE7-94217A910384}"/>
                      </a:ext>
                    </a:extLst>
                  </p:cNvPr>
                  <p:cNvSpPr/>
                  <p:nvPr/>
                </p:nvSpPr>
                <p:spPr>
                  <a:xfrm rot="1798714">
                    <a:off x="6269012" y="3123021"/>
                    <a:ext cx="175792" cy="175792"/>
                  </a:xfrm>
                  <a:prstGeom prst="star5">
                    <a:avLst/>
                  </a:prstGeom>
                  <a:gradFill>
                    <a:gsLst>
                      <a:gs pos="93000">
                        <a:srgbClr val="F0CA69"/>
                      </a:gs>
                      <a:gs pos="0">
                        <a:srgbClr val="D0983A"/>
                      </a:gs>
                    </a:gsLst>
                    <a:lin ang="5400000" scaled="1"/>
                  </a:gradFill>
                  <a:ln w="12700" cap="flat" cmpd="sng" algn="ctr">
                    <a:noFill/>
                    <a:prstDash val="solid"/>
                    <a:miter lim="800000"/>
                  </a:ln>
                  <a:effectLst/>
                </p:spPr>
                <p:txBody>
                  <a:bodyPr rtlCol="0" anchor="ctr"/>
                  <a:lstStyle/>
                  <a:p>
                    <a:pPr algn="ctr"/>
                    <a:endParaRPr lang="zh-CN" altLang="en-US" kern="0">
                      <a:solidFill>
                        <a:srgbClr val="5B9BD5">
                          <a:lumMod val="50000"/>
                        </a:srgbClr>
                      </a:solidFill>
                      <a:effectLst>
                        <a:outerShdw blurRad="50800" dist="38100" dir="10800000" algn="r" rotWithShape="0">
                          <a:prstClr val="black">
                            <a:alpha val="40000"/>
                          </a:prstClr>
                        </a:outerShdw>
                      </a:effectLst>
                      <a:ea typeface="思源宋体 CN Heavy" panose="02020900000000000000" pitchFamily="18" charset="-122"/>
                    </a:endParaRPr>
                  </a:p>
                </p:txBody>
              </p:sp>
            </p:grpSp>
            <p:grpSp>
              <p:nvGrpSpPr>
                <p:cNvPr id="1030" name="135">
                  <a:extLst>
                    <a:ext uri="{FF2B5EF4-FFF2-40B4-BE49-F238E27FC236}">
                      <a16:creationId xmlns:a16="http://schemas.microsoft.com/office/drawing/2014/main" id="{7E0AAEB8-B46A-831F-9594-F410A1567295}"/>
                    </a:ext>
                  </a:extLst>
                </p:cNvPr>
                <p:cNvGrpSpPr/>
                <p:nvPr/>
              </p:nvGrpSpPr>
              <p:grpSpPr>
                <a:xfrm flipH="1">
                  <a:off x="925439" y="1323244"/>
                  <a:ext cx="834622" cy="447557"/>
                  <a:chOff x="5819775" y="3096094"/>
                  <a:chExt cx="625029" cy="309094"/>
                </a:xfrm>
                <a:solidFill>
                  <a:schemeClr val="accent1"/>
                </a:solidFill>
              </p:grpSpPr>
              <p:sp>
                <p:nvSpPr>
                  <p:cNvPr id="1031" name="135-1">
                    <a:extLst>
                      <a:ext uri="{FF2B5EF4-FFF2-40B4-BE49-F238E27FC236}">
                        <a16:creationId xmlns:a16="http://schemas.microsoft.com/office/drawing/2014/main" id="{408AB289-1545-C730-AD09-4AF66D2580F6}"/>
                      </a:ext>
                    </a:extLst>
                  </p:cNvPr>
                  <p:cNvSpPr/>
                  <p:nvPr/>
                </p:nvSpPr>
                <p:spPr>
                  <a:xfrm>
                    <a:off x="5819775" y="3190494"/>
                    <a:ext cx="450056" cy="214694"/>
                  </a:xfrm>
                  <a:custGeom>
                    <a:avLst/>
                    <a:gdLst>
                      <a:gd name="connsiteX0" fmla="*/ 0 w 450056"/>
                      <a:gd name="connsiteY0" fmla="*/ 214313 h 214313"/>
                      <a:gd name="connsiteX1" fmla="*/ 450056 w 450056"/>
                      <a:gd name="connsiteY1" fmla="*/ 0 h 214313"/>
                      <a:gd name="connsiteX2" fmla="*/ 0 w 450056"/>
                      <a:gd name="connsiteY2" fmla="*/ 214313 h 214313"/>
                      <a:gd name="connsiteX0" fmla="*/ 0 w 450056"/>
                      <a:gd name="connsiteY0" fmla="*/ 214313 h 214313"/>
                      <a:gd name="connsiteX1" fmla="*/ 450056 w 450056"/>
                      <a:gd name="connsiteY1" fmla="*/ 0 h 214313"/>
                      <a:gd name="connsiteX2" fmla="*/ 0 w 450056"/>
                      <a:gd name="connsiteY2" fmla="*/ 214313 h 214313"/>
                      <a:gd name="connsiteX0" fmla="*/ 0 w 450056"/>
                      <a:gd name="connsiteY0" fmla="*/ 214313 h 214313"/>
                      <a:gd name="connsiteX1" fmla="*/ 450056 w 450056"/>
                      <a:gd name="connsiteY1" fmla="*/ 0 h 214313"/>
                      <a:gd name="connsiteX2" fmla="*/ 0 w 450056"/>
                      <a:gd name="connsiteY2" fmla="*/ 214313 h 214313"/>
                      <a:gd name="connsiteX0" fmla="*/ 0 w 450056"/>
                      <a:gd name="connsiteY0" fmla="*/ 214694 h 214694"/>
                      <a:gd name="connsiteX1" fmla="*/ 450056 w 450056"/>
                      <a:gd name="connsiteY1" fmla="*/ 381 h 214694"/>
                      <a:gd name="connsiteX2" fmla="*/ 0 w 450056"/>
                      <a:gd name="connsiteY2" fmla="*/ 214694 h 214694"/>
                      <a:gd name="connsiteX0" fmla="*/ 0 w 450056"/>
                      <a:gd name="connsiteY0" fmla="*/ 214694 h 214694"/>
                      <a:gd name="connsiteX1" fmla="*/ 450056 w 450056"/>
                      <a:gd name="connsiteY1" fmla="*/ 381 h 214694"/>
                      <a:gd name="connsiteX2" fmla="*/ 0 w 450056"/>
                      <a:gd name="connsiteY2" fmla="*/ 214694 h 214694"/>
                      <a:gd name="connsiteX0" fmla="*/ 0 w 450056"/>
                      <a:gd name="connsiteY0" fmla="*/ 214694 h 214694"/>
                      <a:gd name="connsiteX1" fmla="*/ 450056 w 450056"/>
                      <a:gd name="connsiteY1" fmla="*/ 381 h 214694"/>
                      <a:gd name="connsiteX2" fmla="*/ 0 w 450056"/>
                      <a:gd name="connsiteY2" fmla="*/ 214694 h 214694"/>
                      <a:gd name="connsiteX0" fmla="*/ 0 w 450056"/>
                      <a:gd name="connsiteY0" fmla="*/ 214694 h 214694"/>
                      <a:gd name="connsiteX1" fmla="*/ 450056 w 450056"/>
                      <a:gd name="connsiteY1" fmla="*/ 381 h 214694"/>
                      <a:gd name="connsiteX2" fmla="*/ 0 w 450056"/>
                      <a:gd name="connsiteY2" fmla="*/ 214694 h 214694"/>
                      <a:gd name="connsiteX0" fmla="*/ 0 w 450056"/>
                      <a:gd name="connsiteY0" fmla="*/ 214694 h 214694"/>
                      <a:gd name="connsiteX1" fmla="*/ 450056 w 450056"/>
                      <a:gd name="connsiteY1" fmla="*/ 381 h 214694"/>
                      <a:gd name="connsiteX2" fmla="*/ 0 w 450056"/>
                      <a:gd name="connsiteY2" fmla="*/ 214694 h 214694"/>
                    </a:gdLst>
                    <a:ahLst/>
                    <a:cxnLst>
                      <a:cxn ang="0">
                        <a:pos x="connsiteX0" y="connsiteY0"/>
                      </a:cxn>
                      <a:cxn ang="0">
                        <a:pos x="connsiteX1" y="connsiteY1"/>
                      </a:cxn>
                      <a:cxn ang="0">
                        <a:pos x="connsiteX2" y="connsiteY2"/>
                      </a:cxn>
                    </a:cxnLst>
                    <a:rect l="l" t="t" r="r" b="b"/>
                    <a:pathLst>
                      <a:path w="450056" h="214694">
                        <a:moveTo>
                          <a:pt x="0" y="214694"/>
                        </a:moveTo>
                        <a:cubicBezTo>
                          <a:pt x="78581" y="133731"/>
                          <a:pt x="169067" y="7527"/>
                          <a:pt x="450056" y="381"/>
                        </a:cubicBezTo>
                        <a:cubicBezTo>
                          <a:pt x="295274" y="-4381"/>
                          <a:pt x="100013" y="33718"/>
                          <a:pt x="0" y="214694"/>
                        </a:cubicBezTo>
                        <a:close/>
                      </a:path>
                    </a:pathLst>
                  </a:custGeom>
                  <a:gradFill>
                    <a:gsLst>
                      <a:gs pos="93000">
                        <a:srgbClr val="F0CA69"/>
                      </a:gs>
                      <a:gs pos="0">
                        <a:srgbClr val="D0983A"/>
                      </a:gs>
                    </a:gsLst>
                    <a:lin ang="5400000" scaled="1"/>
                  </a:gradFill>
                  <a:ln w="12700" cap="flat" cmpd="sng" algn="ctr">
                    <a:noFill/>
                    <a:prstDash val="solid"/>
                    <a:miter lim="800000"/>
                  </a:ln>
                  <a:effectLst/>
                </p:spPr>
                <p:txBody>
                  <a:bodyPr rtlCol="0" anchor="ctr"/>
                  <a:lstStyle/>
                  <a:p>
                    <a:pPr algn="ctr"/>
                    <a:endParaRPr lang="zh-CN" altLang="en-US" kern="0">
                      <a:solidFill>
                        <a:srgbClr val="5B9BD5">
                          <a:lumMod val="50000"/>
                        </a:srgbClr>
                      </a:solidFill>
                      <a:effectLst>
                        <a:outerShdw blurRad="50800" dist="38100" dir="10800000" algn="r" rotWithShape="0">
                          <a:prstClr val="black">
                            <a:alpha val="40000"/>
                          </a:prstClr>
                        </a:outerShdw>
                      </a:effectLst>
                      <a:ea typeface="思源宋体 CN Heavy" panose="02020900000000000000" pitchFamily="18" charset="-122"/>
                    </a:endParaRPr>
                  </a:p>
                </p:txBody>
              </p:sp>
              <p:sp>
                <p:nvSpPr>
                  <p:cNvPr id="1032" name="135-2">
                    <a:extLst>
                      <a:ext uri="{FF2B5EF4-FFF2-40B4-BE49-F238E27FC236}">
                        <a16:creationId xmlns:a16="http://schemas.microsoft.com/office/drawing/2014/main" id="{83C12CD6-A531-DA44-CDCF-1517449EFC34}"/>
                      </a:ext>
                    </a:extLst>
                  </p:cNvPr>
                  <p:cNvSpPr/>
                  <p:nvPr/>
                </p:nvSpPr>
                <p:spPr>
                  <a:xfrm>
                    <a:off x="5838825" y="3167795"/>
                    <a:ext cx="61913" cy="61913"/>
                  </a:xfrm>
                  <a:prstGeom prst="star5">
                    <a:avLst/>
                  </a:prstGeom>
                  <a:gradFill>
                    <a:gsLst>
                      <a:gs pos="93000">
                        <a:srgbClr val="F0CA69"/>
                      </a:gs>
                      <a:gs pos="0">
                        <a:srgbClr val="D0983A"/>
                      </a:gs>
                    </a:gsLst>
                    <a:lin ang="5400000" scaled="1"/>
                  </a:gradFill>
                  <a:ln w="12700" cap="flat" cmpd="sng" algn="ctr">
                    <a:noFill/>
                    <a:prstDash val="solid"/>
                    <a:miter lim="800000"/>
                  </a:ln>
                  <a:effectLst/>
                </p:spPr>
                <p:txBody>
                  <a:bodyPr rtlCol="0" anchor="ctr"/>
                  <a:lstStyle/>
                  <a:p>
                    <a:pPr algn="ctr"/>
                    <a:endParaRPr lang="zh-CN" altLang="en-US" kern="0">
                      <a:solidFill>
                        <a:srgbClr val="5B9BD5">
                          <a:lumMod val="50000"/>
                        </a:srgbClr>
                      </a:solidFill>
                      <a:effectLst>
                        <a:outerShdw blurRad="50800" dist="38100" dir="10800000" algn="r" rotWithShape="0">
                          <a:prstClr val="black">
                            <a:alpha val="40000"/>
                          </a:prstClr>
                        </a:outerShdw>
                      </a:effectLst>
                      <a:ea typeface="思源宋体 CN Heavy" panose="02020900000000000000" pitchFamily="18" charset="-122"/>
                    </a:endParaRPr>
                  </a:p>
                </p:txBody>
              </p:sp>
              <p:sp>
                <p:nvSpPr>
                  <p:cNvPr id="1033" name="135-3">
                    <a:extLst>
                      <a:ext uri="{FF2B5EF4-FFF2-40B4-BE49-F238E27FC236}">
                        <a16:creationId xmlns:a16="http://schemas.microsoft.com/office/drawing/2014/main" id="{1D5E317C-AE20-1C14-D26C-E26ADA38A7B7}"/>
                      </a:ext>
                    </a:extLst>
                  </p:cNvPr>
                  <p:cNvSpPr/>
                  <p:nvPr/>
                </p:nvSpPr>
                <p:spPr>
                  <a:xfrm rot="20614881">
                    <a:off x="5942151" y="3300018"/>
                    <a:ext cx="61913" cy="61913"/>
                  </a:xfrm>
                  <a:prstGeom prst="star5">
                    <a:avLst/>
                  </a:prstGeom>
                  <a:gradFill>
                    <a:gsLst>
                      <a:gs pos="93000">
                        <a:srgbClr val="F0CA69"/>
                      </a:gs>
                      <a:gs pos="0">
                        <a:srgbClr val="D0983A"/>
                      </a:gs>
                    </a:gsLst>
                    <a:lin ang="5400000" scaled="1"/>
                  </a:gradFill>
                  <a:ln w="12700" cap="flat" cmpd="sng" algn="ctr">
                    <a:noFill/>
                    <a:prstDash val="solid"/>
                    <a:miter lim="800000"/>
                  </a:ln>
                  <a:effectLst/>
                </p:spPr>
                <p:txBody>
                  <a:bodyPr rtlCol="0" anchor="ctr"/>
                  <a:lstStyle/>
                  <a:p>
                    <a:pPr algn="ctr"/>
                    <a:endParaRPr lang="zh-CN" altLang="en-US" kern="0">
                      <a:solidFill>
                        <a:srgbClr val="5B9BD5">
                          <a:lumMod val="50000"/>
                        </a:srgbClr>
                      </a:solidFill>
                      <a:effectLst>
                        <a:outerShdw blurRad="50800" dist="38100" dir="10800000" algn="r" rotWithShape="0">
                          <a:prstClr val="black">
                            <a:alpha val="40000"/>
                          </a:prstClr>
                        </a:outerShdw>
                      </a:effectLst>
                      <a:ea typeface="思源宋体 CN Heavy" panose="02020900000000000000" pitchFamily="18" charset="-122"/>
                    </a:endParaRPr>
                  </a:p>
                </p:txBody>
              </p:sp>
              <p:sp>
                <p:nvSpPr>
                  <p:cNvPr id="1034" name="135-4">
                    <a:extLst>
                      <a:ext uri="{FF2B5EF4-FFF2-40B4-BE49-F238E27FC236}">
                        <a16:creationId xmlns:a16="http://schemas.microsoft.com/office/drawing/2014/main" id="{88AEC092-AC96-741E-0891-3376E7E07EF7}"/>
                      </a:ext>
                    </a:extLst>
                  </p:cNvPr>
                  <p:cNvSpPr/>
                  <p:nvPr/>
                </p:nvSpPr>
                <p:spPr>
                  <a:xfrm rot="1922157">
                    <a:off x="6065147" y="3096094"/>
                    <a:ext cx="67989" cy="67989"/>
                  </a:xfrm>
                  <a:prstGeom prst="star5">
                    <a:avLst/>
                  </a:prstGeom>
                  <a:gradFill>
                    <a:gsLst>
                      <a:gs pos="93000">
                        <a:srgbClr val="F0CA69"/>
                      </a:gs>
                      <a:gs pos="0">
                        <a:srgbClr val="D0983A"/>
                      </a:gs>
                    </a:gsLst>
                    <a:lin ang="5400000" scaled="1"/>
                  </a:gradFill>
                  <a:ln w="12700" cap="flat" cmpd="sng" algn="ctr">
                    <a:noFill/>
                    <a:prstDash val="solid"/>
                    <a:miter lim="800000"/>
                  </a:ln>
                  <a:effectLst/>
                </p:spPr>
                <p:txBody>
                  <a:bodyPr rtlCol="0" anchor="ctr"/>
                  <a:lstStyle/>
                  <a:p>
                    <a:pPr algn="ctr"/>
                    <a:endParaRPr lang="zh-CN" altLang="en-US" kern="0">
                      <a:solidFill>
                        <a:srgbClr val="5B9BD5">
                          <a:lumMod val="50000"/>
                        </a:srgbClr>
                      </a:solidFill>
                      <a:effectLst>
                        <a:outerShdw blurRad="50800" dist="38100" dir="10800000" algn="r" rotWithShape="0">
                          <a:prstClr val="black">
                            <a:alpha val="40000"/>
                          </a:prstClr>
                        </a:outerShdw>
                      </a:effectLst>
                      <a:ea typeface="思源宋体 CN Heavy" panose="02020900000000000000" pitchFamily="18" charset="-122"/>
                    </a:endParaRPr>
                  </a:p>
                </p:txBody>
              </p:sp>
              <p:sp>
                <p:nvSpPr>
                  <p:cNvPr id="1035" name="135-5">
                    <a:extLst>
                      <a:ext uri="{FF2B5EF4-FFF2-40B4-BE49-F238E27FC236}">
                        <a16:creationId xmlns:a16="http://schemas.microsoft.com/office/drawing/2014/main" id="{FD59509D-E96B-91F1-155B-0F0FC4107109}"/>
                      </a:ext>
                    </a:extLst>
                  </p:cNvPr>
                  <p:cNvSpPr/>
                  <p:nvPr/>
                </p:nvSpPr>
                <p:spPr>
                  <a:xfrm rot="21152549">
                    <a:off x="6111997" y="3225354"/>
                    <a:ext cx="67989" cy="67989"/>
                  </a:xfrm>
                  <a:prstGeom prst="star5">
                    <a:avLst/>
                  </a:prstGeom>
                  <a:gradFill>
                    <a:gsLst>
                      <a:gs pos="93000">
                        <a:srgbClr val="F0CA69"/>
                      </a:gs>
                      <a:gs pos="0">
                        <a:srgbClr val="D0983A"/>
                      </a:gs>
                    </a:gsLst>
                    <a:lin ang="5400000" scaled="1"/>
                  </a:gradFill>
                  <a:ln w="12700" cap="flat" cmpd="sng" algn="ctr">
                    <a:noFill/>
                    <a:prstDash val="solid"/>
                    <a:miter lim="800000"/>
                  </a:ln>
                  <a:effectLst/>
                </p:spPr>
                <p:txBody>
                  <a:bodyPr rtlCol="0" anchor="ctr"/>
                  <a:lstStyle/>
                  <a:p>
                    <a:pPr algn="ctr"/>
                    <a:endParaRPr lang="zh-CN" altLang="en-US" kern="0">
                      <a:solidFill>
                        <a:srgbClr val="5B9BD5">
                          <a:lumMod val="50000"/>
                        </a:srgbClr>
                      </a:solidFill>
                      <a:effectLst>
                        <a:outerShdw blurRad="50800" dist="38100" dir="10800000" algn="r" rotWithShape="0">
                          <a:prstClr val="black">
                            <a:alpha val="40000"/>
                          </a:prstClr>
                        </a:outerShdw>
                      </a:effectLst>
                      <a:ea typeface="思源宋体 CN Heavy" panose="02020900000000000000" pitchFamily="18" charset="-122"/>
                    </a:endParaRPr>
                  </a:p>
                </p:txBody>
              </p:sp>
              <p:sp>
                <p:nvSpPr>
                  <p:cNvPr id="1036" name="135-6">
                    <a:extLst>
                      <a:ext uri="{FF2B5EF4-FFF2-40B4-BE49-F238E27FC236}">
                        <a16:creationId xmlns:a16="http://schemas.microsoft.com/office/drawing/2014/main" id="{41D05B4D-5CD4-EA95-BB67-8D17BEA417CE}"/>
                      </a:ext>
                    </a:extLst>
                  </p:cNvPr>
                  <p:cNvSpPr/>
                  <p:nvPr/>
                </p:nvSpPr>
                <p:spPr>
                  <a:xfrm rot="1798714">
                    <a:off x="6269012" y="3123021"/>
                    <a:ext cx="175792" cy="175792"/>
                  </a:xfrm>
                  <a:prstGeom prst="star5">
                    <a:avLst/>
                  </a:prstGeom>
                  <a:gradFill>
                    <a:gsLst>
                      <a:gs pos="93000">
                        <a:srgbClr val="F0CA69"/>
                      </a:gs>
                      <a:gs pos="0">
                        <a:srgbClr val="D0983A"/>
                      </a:gs>
                    </a:gsLst>
                    <a:lin ang="5400000" scaled="1"/>
                  </a:gradFill>
                  <a:ln w="12700" cap="flat" cmpd="sng" algn="ctr">
                    <a:noFill/>
                    <a:prstDash val="solid"/>
                    <a:miter lim="800000"/>
                  </a:ln>
                  <a:effectLst/>
                </p:spPr>
                <p:txBody>
                  <a:bodyPr rtlCol="0" anchor="ctr"/>
                  <a:lstStyle/>
                  <a:p>
                    <a:pPr algn="ctr"/>
                    <a:endParaRPr lang="zh-CN" altLang="en-US" kern="0">
                      <a:solidFill>
                        <a:srgbClr val="5B9BD5">
                          <a:lumMod val="50000"/>
                        </a:srgbClr>
                      </a:solidFill>
                      <a:effectLst>
                        <a:outerShdw blurRad="50800" dist="38100" dir="10800000" algn="r" rotWithShape="0">
                          <a:prstClr val="black">
                            <a:alpha val="40000"/>
                          </a:prstClr>
                        </a:outerShdw>
                      </a:effectLst>
                      <a:ea typeface="思源宋体 CN Heavy" panose="02020900000000000000" pitchFamily="18" charset="-122"/>
                    </a:endParaRPr>
                  </a:p>
                </p:txBody>
              </p:sp>
            </p:grpSp>
          </p:grpSp>
        </p:grpSp>
      </p:grpSp>
    </p:spTree>
    <p:extLst>
      <p:ext uri="{BB962C8B-B14F-4D97-AF65-F5344CB8AC3E}">
        <p14:creationId xmlns:p14="http://schemas.microsoft.com/office/powerpoint/2010/main" val="2084577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8">
            <a:lum/>
          </a:blip>
          <a:srcRect/>
          <a:stretch>
            <a:fillRect t="-17000" b="-17000"/>
          </a:stretch>
        </a:blipFill>
        <a:effectLst/>
      </p:bgPr>
    </p:bg>
    <p:spTree>
      <p:nvGrpSpPr>
        <p:cNvPr id="1" name="">
          <a:extLst>
            <a:ext uri="{FF2B5EF4-FFF2-40B4-BE49-F238E27FC236}">
              <a16:creationId xmlns:a16="http://schemas.microsoft.com/office/drawing/2014/main" id="{EA422A9A-8C1A-B2F3-3C11-AE76D6E158F5}"/>
            </a:ext>
          </a:extLst>
        </p:cNvPr>
        <p:cNvGrpSpPr/>
        <p:nvPr/>
      </p:nvGrpSpPr>
      <p:grpSpPr>
        <a:xfrm>
          <a:off x="0" y="0"/>
          <a:ext cx="0" cy="0"/>
          <a:chOff x="0" y="0"/>
          <a:chExt cx="0" cy="0"/>
        </a:xfrm>
      </p:grpSpPr>
      <p:grpSp>
        <p:nvGrpSpPr>
          <p:cNvPr id="112" name="组合 111">
            <a:extLst>
              <a:ext uri="{FF2B5EF4-FFF2-40B4-BE49-F238E27FC236}">
                <a16:creationId xmlns:a16="http://schemas.microsoft.com/office/drawing/2014/main" id="{D5B719AA-4191-7119-8DF6-056E1676244E}"/>
              </a:ext>
            </a:extLst>
          </p:cNvPr>
          <p:cNvGrpSpPr/>
          <p:nvPr/>
        </p:nvGrpSpPr>
        <p:grpSpPr>
          <a:xfrm>
            <a:off x="240631" y="199215"/>
            <a:ext cx="5044403" cy="649224"/>
            <a:chOff x="240631" y="199215"/>
            <a:chExt cx="5044403" cy="649224"/>
          </a:xfrm>
        </p:grpSpPr>
        <p:pic>
          <p:nvPicPr>
            <p:cNvPr id="103" name="图片 102">
              <a:extLst>
                <a:ext uri="{FF2B5EF4-FFF2-40B4-BE49-F238E27FC236}">
                  <a16:creationId xmlns:a16="http://schemas.microsoft.com/office/drawing/2014/main" id="{2846D88E-8C5F-C1DF-80FD-EC016064F5C4}"/>
                </a:ext>
              </a:extLst>
            </p:cNvPr>
            <p:cNvPicPr>
              <a:picLocks noChangeAspect="1"/>
            </p:cNvPicPr>
            <p:nvPr/>
          </p:nvPicPr>
          <p:blipFill>
            <a:blip r:embed="rId9">
              <a:extLst>
                <a:ext uri="{28A0092B-C50C-407E-A947-70E740481C1C}">
                  <a14:useLocalDpi xmlns:a14="http://schemas.microsoft.com/office/drawing/2010/main" val="0"/>
                </a:ext>
              </a:extLst>
            </a:blip>
            <a:srcRect l="-1224" r="66324" b="-3304"/>
            <a:stretch>
              <a:fillRect/>
            </a:stretch>
          </p:blipFill>
          <p:spPr>
            <a:xfrm>
              <a:off x="240631" y="199215"/>
              <a:ext cx="684808" cy="649224"/>
            </a:xfrm>
            <a:prstGeom prst="rect">
              <a:avLst/>
            </a:prstGeom>
          </p:spPr>
        </p:pic>
        <p:sp>
          <p:nvSpPr>
            <p:cNvPr id="110" name="文本框 4">
              <a:extLst>
                <a:ext uri="{FF2B5EF4-FFF2-40B4-BE49-F238E27FC236}">
                  <a16:creationId xmlns:a16="http://schemas.microsoft.com/office/drawing/2014/main" id="{23634EBE-8296-4C22-4B13-CD9AE03DD0B3}"/>
                </a:ext>
              </a:extLst>
            </p:cNvPr>
            <p:cNvSpPr txBox="1"/>
            <p:nvPr/>
          </p:nvSpPr>
          <p:spPr>
            <a:xfrm>
              <a:off x="867688" y="282001"/>
              <a:ext cx="1692910" cy="461665"/>
            </a:xfrm>
            <a:prstGeom prst="rect">
              <a:avLst/>
            </a:prstGeom>
            <a:noFill/>
          </p:spPr>
          <p:txBody>
            <a:bodyPr wrap="square"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latin typeface="微软雅黑" charset="0"/>
                  <a:ea typeface="微软雅黑" charset="0"/>
                </a:rPr>
                <a:t>第三部分</a:t>
              </a:r>
            </a:p>
          </p:txBody>
        </p:sp>
        <p:sp>
          <p:nvSpPr>
            <p:cNvPr id="111" name="文本框 4">
              <a:extLst>
                <a:ext uri="{FF2B5EF4-FFF2-40B4-BE49-F238E27FC236}">
                  <a16:creationId xmlns:a16="http://schemas.microsoft.com/office/drawing/2014/main" id="{37D29DD6-7898-7001-2309-0460CF1594DF}"/>
                </a:ext>
              </a:extLst>
            </p:cNvPr>
            <p:cNvSpPr txBox="1"/>
            <p:nvPr/>
          </p:nvSpPr>
          <p:spPr>
            <a:xfrm>
              <a:off x="2428285" y="282001"/>
              <a:ext cx="2856749" cy="461665"/>
            </a:xfrm>
            <a:prstGeom prst="rect">
              <a:avLst/>
            </a:prstGeom>
            <a:noFill/>
          </p:spPr>
          <p:txBody>
            <a:bodyPr wrap="square"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latin typeface="微软雅黑" charset="0"/>
                  <a:ea typeface="微软雅黑" charset="0"/>
                </a:rPr>
                <a:t>请输入文本请输入</a:t>
              </a:r>
            </a:p>
          </p:txBody>
        </p:sp>
      </p:grpSp>
      <p:sp>
        <p:nvSpPr>
          <p:cNvPr id="30" name="文本框 29">
            <a:extLst>
              <a:ext uri="{FF2B5EF4-FFF2-40B4-BE49-F238E27FC236}">
                <a16:creationId xmlns:a16="http://schemas.microsoft.com/office/drawing/2014/main" id="{750F98DD-4DB5-44A1-403E-AA8FE949F3DB}"/>
              </a:ext>
            </a:extLst>
          </p:cNvPr>
          <p:cNvSpPr txBox="1"/>
          <p:nvPr/>
        </p:nvSpPr>
        <p:spPr>
          <a:xfrm>
            <a:off x="2515245" y="9016590"/>
            <a:ext cx="4625340" cy="418465"/>
          </a:xfrm>
          <a:prstGeom prst="rect">
            <a:avLst/>
          </a:prstGeom>
          <a:noFill/>
        </p:spPr>
        <p:txBody>
          <a:bodyPr wrap="square" rtlCol="0">
            <a:noAutofit/>
          </a:bodyPr>
          <a:lstStyle/>
          <a:p>
            <a:pPr marL="0" marR="0" lvl="1"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微软雅黑" charset="0"/>
              <a:ea typeface="微软雅黑" charset="0"/>
              <a:cs typeface="微软雅黑" charset="0"/>
            </a:endParaRPr>
          </a:p>
        </p:txBody>
      </p:sp>
      <p:pic>
        <p:nvPicPr>
          <p:cNvPr id="2054" name="图片 2053">
            <a:extLst>
              <a:ext uri="{FF2B5EF4-FFF2-40B4-BE49-F238E27FC236}">
                <a16:creationId xmlns:a16="http://schemas.microsoft.com/office/drawing/2014/main" id="{B09A71FB-96FC-3C08-DF45-FEDD172CA9F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114805" y="-1885143"/>
            <a:ext cx="2095825" cy="419094"/>
          </a:xfrm>
          <a:prstGeom prst="rect">
            <a:avLst/>
          </a:prstGeom>
        </p:spPr>
      </p:pic>
      <p:grpSp>
        <p:nvGrpSpPr>
          <p:cNvPr id="2055" name="组合 2054">
            <a:extLst>
              <a:ext uri="{FF2B5EF4-FFF2-40B4-BE49-F238E27FC236}">
                <a16:creationId xmlns:a16="http://schemas.microsoft.com/office/drawing/2014/main" id="{F928B125-EC52-6E45-C31C-F840FA88C26E}"/>
              </a:ext>
            </a:extLst>
          </p:cNvPr>
          <p:cNvGrpSpPr/>
          <p:nvPr/>
        </p:nvGrpSpPr>
        <p:grpSpPr>
          <a:xfrm>
            <a:off x="663738" y="1002799"/>
            <a:ext cx="2816059" cy="1943601"/>
            <a:chOff x="1510720" y="1108226"/>
            <a:chExt cx="2816059" cy="1943601"/>
          </a:xfrm>
        </p:grpSpPr>
        <p:cxnSp>
          <p:nvCxnSpPr>
            <p:cNvPr id="2056" name="直接连接符 2055">
              <a:extLst>
                <a:ext uri="{FF2B5EF4-FFF2-40B4-BE49-F238E27FC236}">
                  <a16:creationId xmlns:a16="http://schemas.microsoft.com/office/drawing/2014/main" id="{ACE3A229-B7A0-76E4-F97E-B0D03CEF2057}"/>
                </a:ext>
              </a:extLst>
            </p:cNvPr>
            <p:cNvCxnSpPr>
              <a:cxnSpLocks/>
            </p:cNvCxnSpPr>
            <p:nvPr>
              <p:custDataLst>
                <p:tags r:id="rId5"/>
              </p:custDataLst>
            </p:nvPr>
          </p:nvCxnSpPr>
          <p:spPr>
            <a:xfrm>
              <a:off x="1510720" y="1348236"/>
              <a:ext cx="0" cy="1703591"/>
            </a:xfrm>
            <a:prstGeom prst="line">
              <a:avLst/>
            </a:prstGeom>
            <a:ln w="63500">
              <a:solidFill>
                <a:srgbClr val="317ABB"/>
              </a:solidFill>
            </a:ln>
            <a:effectLst>
              <a:outerShdw blurRad="50800" dist="38100" dir="2700000" algn="tl" rotWithShape="0">
                <a:prstClr val="black">
                  <a:alpha val="40000"/>
                </a:prstClr>
              </a:outerShdw>
            </a:effectLst>
          </p:spPr>
          <p:style>
            <a:lnRef idx="3">
              <a:schemeClr val="accent1"/>
            </a:lnRef>
            <a:fillRef idx="0">
              <a:srgbClr val="FFFFFF"/>
            </a:fillRef>
            <a:effectRef idx="0">
              <a:srgbClr val="FFFFFF"/>
            </a:effectRef>
            <a:fontRef idx="minor">
              <a:schemeClr val="tx1"/>
            </a:fontRef>
          </p:style>
        </p:cxnSp>
        <p:sp>
          <p:nvSpPr>
            <p:cNvPr id="2057" name="文本框 2056">
              <a:extLst>
                <a:ext uri="{FF2B5EF4-FFF2-40B4-BE49-F238E27FC236}">
                  <a16:creationId xmlns:a16="http://schemas.microsoft.com/office/drawing/2014/main" id="{86E75648-88EB-014F-8807-56F6214AA95A}"/>
                </a:ext>
              </a:extLst>
            </p:cNvPr>
            <p:cNvSpPr txBox="1"/>
            <p:nvPr>
              <p:custDataLst>
                <p:tags r:id="rId6"/>
              </p:custDataLst>
            </p:nvPr>
          </p:nvSpPr>
          <p:spPr>
            <a:xfrm>
              <a:off x="1758874" y="1108226"/>
              <a:ext cx="2327334" cy="785215"/>
            </a:xfrm>
            <a:prstGeom prst="rect">
              <a:avLst/>
            </a:prstGeom>
            <a:noFill/>
          </p:spPr>
          <p:txBody>
            <a:bodyPr wrap="square" rtlCol="0">
              <a:spAutoFit/>
            </a:bodyPr>
            <a:lstStyle/>
            <a:p>
              <a:pPr indent="0">
                <a:lnSpc>
                  <a:spcPct val="110000"/>
                </a:lnSpc>
                <a:buFont typeface="Wingdings" panose="05000000000000000000" charset="0"/>
                <a:buNone/>
              </a:pPr>
              <a:r>
                <a:rPr lang="zh-CN" altLang="en-US" sz="4400" b="1" dirty="0">
                  <a:solidFill>
                    <a:sysClr val="windowText" lastClr="00000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charset="0"/>
                </a:rPr>
                <a:t>小标题</a:t>
              </a:r>
            </a:p>
          </p:txBody>
        </p:sp>
        <p:sp>
          <p:nvSpPr>
            <p:cNvPr id="2058" name="文本框 2057">
              <a:extLst>
                <a:ext uri="{FF2B5EF4-FFF2-40B4-BE49-F238E27FC236}">
                  <a16:creationId xmlns:a16="http://schemas.microsoft.com/office/drawing/2014/main" id="{877EE44E-3542-EAFE-170A-FB326D052A55}"/>
                </a:ext>
              </a:extLst>
            </p:cNvPr>
            <p:cNvSpPr txBox="1"/>
            <p:nvPr/>
          </p:nvSpPr>
          <p:spPr>
            <a:xfrm>
              <a:off x="1613421" y="2220911"/>
              <a:ext cx="2713358" cy="745845"/>
            </a:xfrm>
            <a:prstGeom prst="rect">
              <a:avLst/>
            </a:prstGeom>
            <a:noFill/>
          </p:spPr>
          <p:txBody>
            <a:bodyPr wrap="square">
              <a:spAutoFit/>
            </a:bodyPr>
            <a:lstStyle/>
            <a:p>
              <a:pPr marL="0" marR="0" lvl="0" indent="0" algn="l" defTabSz="914400" rtl="0" eaLnBrk="1" fontAlgn="auto" latinLnBrk="0" hangingPunct="1">
                <a:lnSpc>
                  <a:spcPct val="110000"/>
                </a:lnSpc>
                <a:spcBef>
                  <a:spcPts val="0"/>
                </a:spcBef>
                <a:spcAft>
                  <a:spcPts val="0"/>
                </a:spcAft>
                <a:buClrTx/>
                <a:buSzTx/>
                <a:buFont typeface="Wingdings" panose="05000000000000000000" charset="0"/>
                <a:buNone/>
                <a:tabLst/>
                <a:defRPr/>
              </a:pPr>
              <a:r>
                <a:rPr lang="zh-CN" altLang="en-US" sz="2000" dirty="0">
                  <a:solidFill>
                    <a:prstClr val="black"/>
                  </a:solidFill>
                  <a:effectLst>
                    <a:outerShdw blurRad="38100" dist="25400" dir="5400000" algn="ctr" rotWithShape="0">
                      <a:srgbClr val="6E747A">
                        <a:alpha val="43000"/>
                      </a:srgbClr>
                    </a:outerShdw>
                  </a:effectLst>
                  <a:latin typeface="微软雅黑" charset="0"/>
                  <a:ea typeface="微软雅黑" charset="0"/>
                  <a:cs typeface="微软雅黑" charset="0"/>
                </a:rPr>
                <a:t>请输入文本</a:t>
              </a:r>
              <a:r>
                <a:rPr kumimoji="0" lang="zh-CN" altLang="en-US" sz="2000" b="0" i="0" u="none" strike="noStrike" kern="1200" cap="none" spc="0" normalizeH="0" baseline="0" noProof="0" dirty="0">
                  <a:ln>
                    <a:noFill/>
                  </a:ln>
                  <a:solidFill>
                    <a:prstClr val="black"/>
                  </a:solidFill>
                  <a:effectLst>
                    <a:outerShdw blurRad="38100" dist="25400" dir="5400000" algn="ctr" rotWithShape="0">
                      <a:srgbClr val="6E747A">
                        <a:alpha val="43000"/>
                      </a:srgbClr>
                    </a:outerShdw>
                  </a:effectLst>
                  <a:uLnTx/>
                  <a:uFillTx/>
                  <a:latin typeface="微软雅黑" charset="0"/>
                  <a:ea typeface="微软雅黑" charset="0"/>
                  <a:cs typeface="微软雅黑" charset="0"/>
                </a:rPr>
                <a:t>请输入文本请输入文本请输入</a:t>
              </a:r>
            </a:p>
          </p:txBody>
        </p:sp>
      </p:grpSp>
      <p:grpSp>
        <p:nvGrpSpPr>
          <p:cNvPr id="2066" name="Group 18+">
            <a:extLst>
              <a:ext uri="{FF2B5EF4-FFF2-40B4-BE49-F238E27FC236}">
                <a16:creationId xmlns:a16="http://schemas.microsoft.com/office/drawing/2014/main" id="{10428A68-3FD8-39D5-D01D-1A80EDC4AD14}"/>
              </a:ext>
            </a:extLst>
          </p:cNvPr>
          <p:cNvGrpSpPr/>
          <p:nvPr/>
        </p:nvGrpSpPr>
        <p:grpSpPr>
          <a:xfrm flipH="1">
            <a:off x="905234" y="1767193"/>
            <a:ext cx="2214997" cy="204748"/>
            <a:chOff x="7090283" y="1276355"/>
            <a:chExt cx="2214997" cy="204748"/>
          </a:xfrm>
        </p:grpSpPr>
        <p:grpSp>
          <p:nvGrpSpPr>
            <p:cNvPr id="2067" name="组合 2066">
              <a:extLst>
                <a:ext uri="{FF2B5EF4-FFF2-40B4-BE49-F238E27FC236}">
                  <a16:creationId xmlns:a16="http://schemas.microsoft.com/office/drawing/2014/main" id="{2B32FAA6-AD2A-B91C-DC5F-515D83E5D93D}"/>
                </a:ext>
              </a:extLst>
            </p:cNvPr>
            <p:cNvGrpSpPr/>
            <p:nvPr/>
          </p:nvGrpSpPr>
          <p:grpSpPr>
            <a:xfrm>
              <a:off x="7090283" y="1276355"/>
              <a:ext cx="245873" cy="204748"/>
              <a:chOff x="7060802" y="1241077"/>
              <a:chExt cx="330599" cy="275303"/>
            </a:xfrm>
          </p:grpSpPr>
          <p:sp>
            <p:nvSpPr>
              <p:cNvPr id="2069" name="111-5">
                <a:extLst>
                  <a:ext uri="{FF2B5EF4-FFF2-40B4-BE49-F238E27FC236}">
                    <a16:creationId xmlns:a16="http://schemas.microsoft.com/office/drawing/2014/main" id="{1C2EE473-819C-6358-ED82-53F9E49D332A}"/>
                  </a:ext>
                </a:extLst>
              </p:cNvPr>
              <p:cNvSpPr/>
              <p:nvPr/>
            </p:nvSpPr>
            <p:spPr>
              <a:xfrm>
                <a:off x="7060802" y="1241077"/>
                <a:ext cx="274298" cy="274299"/>
              </a:xfrm>
              <a:prstGeom prst="diamond">
                <a:avLst/>
              </a:prstGeom>
              <a:noFill/>
              <a:ln w="3175" cap="flat" cmpd="sng" algn="ctr">
                <a:solidFill>
                  <a:srgbClr val="18489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70" name="111-6">
                <a:extLst>
                  <a:ext uri="{FF2B5EF4-FFF2-40B4-BE49-F238E27FC236}">
                    <a16:creationId xmlns:a16="http://schemas.microsoft.com/office/drawing/2014/main" id="{477B2A29-0894-585D-973C-809E72E68A7B}"/>
                  </a:ext>
                </a:extLst>
              </p:cNvPr>
              <p:cNvSpPr/>
              <p:nvPr/>
            </p:nvSpPr>
            <p:spPr>
              <a:xfrm>
                <a:off x="7117103" y="1242082"/>
                <a:ext cx="274298" cy="274298"/>
              </a:xfrm>
              <a:prstGeom prst="diamond">
                <a:avLst/>
              </a:prstGeom>
              <a:gradFill flip="none" rotWithShape="1">
                <a:gsLst>
                  <a:gs pos="42000">
                    <a:srgbClr val="18489C"/>
                  </a:gs>
                  <a:gs pos="75000">
                    <a:srgbClr val="18489C">
                      <a:lumMod val="89000"/>
                      <a:lumOff val="11000"/>
                    </a:srgbClr>
                  </a:gs>
                  <a:gs pos="100000">
                    <a:srgbClr val="18489C"/>
                  </a:gs>
                  <a:gs pos="2000">
                    <a:srgbClr val="18489C">
                      <a:lumMod val="40000"/>
                      <a:lumOff val="60000"/>
                    </a:srgbClr>
                  </a:gs>
                </a:gsLst>
                <a:path path="circle">
                  <a:fillToRect r="100000" b="100000"/>
                </a:path>
                <a:tileRect l="-100000" t="-100000"/>
              </a:gradFill>
              <a:ln w="12700" cap="flat" cmpd="sng" algn="ctr">
                <a:noFill/>
                <a:prstDash val="solid"/>
                <a:miter lim="800000"/>
              </a:ln>
              <a:effectLst/>
              <a:scene3d>
                <a:camera prst="orthographicFront"/>
                <a:lightRig rig="contrasting" dir="t"/>
              </a:scene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grpSp>
        <p:cxnSp>
          <p:nvCxnSpPr>
            <p:cNvPr id="2068" name="111-7">
              <a:extLst>
                <a:ext uri="{FF2B5EF4-FFF2-40B4-BE49-F238E27FC236}">
                  <a16:creationId xmlns:a16="http://schemas.microsoft.com/office/drawing/2014/main" id="{F5222DF0-0CA3-1B1C-B74A-1E725F4BCFF6}"/>
                </a:ext>
              </a:extLst>
            </p:cNvPr>
            <p:cNvCxnSpPr>
              <a:cxnSpLocks/>
            </p:cNvCxnSpPr>
            <p:nvPr/>
          </p:nvCxnSpPr>
          <p:spPr>
            <a:xfrm>
              <a:off x="7451995" y="1378355"/>
              <a:ext cx="1853285" cy="0"/>
            </a:xfrm>
            <a:prstGeom prst="line">
              <a:avLst/>
            </a:prstGeom>
            <a:noFill/>
            <a:ln w="12700" cap="flat" cmpd="sng" algn="ctr">
              <a:gradFill flip="none" rotWithShape="1">
                <a:gsLst>
                  <a:gs pos="8000">
                    <a:srgbClr val="18489C"/>
                  </a:gs>
                  <a:gs pos="99000">
                    <a:srgbClr val="18489C">
                      <a:alpha val="0"/>
                    </a:srgbClr>
                  </a:gs>
                </a:gsLst>
                <a:lin ang="0" scaled="1"/>
                <a:tileRect/>
              </a:gradFill>
              <a:prstDash val="solid"/>
              <a:miter lim="800000"/>
            </a:ln>
            <a:effectLst/>
          </p:spPr>
        </p:cxnSp>
      </p:grpSp>
      <p:grpSp>
        <p:nvGrpSpPr>
          <p:cNvPr id="44" name="组合 43">
            <a:extLst>
              <a:ext uri="{FF2B5EF4-FFF2-40B4-BE49-F238E27FC236}">
                <a16:creationId xmlns:a16="http://schemas.microsoft.com/office/drawing/2014/main" id="{2C9BA4FE-7F95-669A-5AB9-B1135CBF1125}"/>
              </a:ext>
            </a:extLst>
          </p:cNvPr>
          <p:cNvGrpSpPr/>
          <p:nvPr/>
        </p:nvGrpSpPr>
        <p:grpSpPr>
          <a:xfrm>
            <a:off x="583035" y="3265714"/>
            <a:ext cx="11014029" cy="3095044"/>
            <a:chOff x="583035" y="3556170"/>
            <a:chExt cx="11014029" cy="2804588"/>
          </a:xfrm>
        </p:grpSpPr>
        <p:sp>
          <p:nvSpPr>
            <p:cNvPr id="4" name="矩形: 圆角 3">
              <a:extLst>
                <a:ext uri="{FF2B5EF4-FFF2-40B4-BE49-F238E27FC236}">
                  <a16:creationId xmlns:a16="http://schemas.microsoft.com/office/drawing/2014/main" id="{B9DFA274-BC9F-332D-FA75-29C8D6490CEE}"/>
                </a:ext>
              </a:extLst>
            </p:cNvPr>
            <p:cNvSpPr/>
            <p:nvPr/>
          </p:nvSpPr>
          <p:spPr>
            <a:xfrm>
              <a:off x="588985" y="3556170"/>
              <a:ext cx="11002129" cy="2798068"/>
            </a:xfrm>
            <a:prstGeom prst="roundRect">
              <a:avLst>
                <a:gd name="adj" fmla="val 872"/>
              </a:avLst>
            </a:prstGeom>
            <a:solidFill>
              <a:schemeClr val="bg1"/>
            </a:solidFill>
            <a:ln>
              <a:noFill/>
            </a:ln>
            <a:effectLst>
              <a:outerShdw blurRad="279400" dist="50800" dir="5400000" algn="t" rotWithShape="0">
                <a:schemeClr val="accent1">
                  <a:lumMod val="7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5039" tIns="42520" rIns="85039" bIns="425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74" b="0" i="0" u="none" strike="noStrike" kern="1200" cap="none" spc="0" normalizeH="0" baseline="0" noProof="0" dirty="0">
                <a:ln>
                  <a:noFill/>
                </a:ln>
                <a:solidFill>
                  <a:prstClr val="white"/>
                </a:solidFill>
                <a:effectLst/>
                <a:uLnTx/>
                <a:uFillTx/>
                <a:latin typeface="Arial" panose="020B0604020202020204" pitchFamily="34" charset="0"/>
                <a:ea typeface="思源黑体 CN Bold" panose="020B0800000000000000" pitchFamily="34" charset="-122"/>
                <a:cs typeface="+mn-cs"/>
                <a:sym typeface="Arial" panose="020B0604020202020204" pitchFamily="34" charset="0"/>
              </a:endParaRPr>
            </a:p>
          </p:txBody>
        </p:sp>
        <p:cxnSp>
          <p:nvCxnSpPr>
            <p:cNvPr id="15" name="直接连接符 14">
              <a:extLst>
                <a:ext uri="{FF2B5EF4-FFF2-40B4-BE49-F238E27FC236}">
                  <a16:creationId xmlns:a16="http://schemas.microsoft.com/office/drawing/2014/main" id="{CCF88317-28BD-697D-992C-DCF57089177B}"/>
                </a:ext>
              </a:extLst>
            </p:cNvPr>
            <p:cNvCxnSpPr>
              <a:cxnSpLocks/>
            </p:cNvCxnSpPr>
            <p:nvPr/>
          </p:nvCxnSpPr>
          <p:spPr>
            <a:xfrm flipH="1">
              <a:off x="583035" y="6347089"/>
              <a:ext cx="11014029" cy="13669"/>
            </a:xfrm>
            <a:prstGeom prst="line">
              <a:avLst/>
            </a:prstGeom>
            <a:ln w="34925">
              <a:solidFill>
                <a:srgbClr val="3672B6"/>
              </a:solidFill>
            </a:ln>
          </p:spPr>
          <p:style>
            <a:lnRef idx="1">
              <a:schemeClr val="accent1"/>
            </a:lnRef>
            <a:fillRef idx="0">
              <a:schemeClr val="accent1"/>
            </a:fillRef>
            <a:effectRef idx="0">
              <a:schemeClr val="accent1"/>
            </a:effectRef>
            <a:fontRef idx="minor">
              <a:schemeClr val="tx1"/>
            </a:fontRef>
          </p:style>
        </p:cxnSp>
      </p:grpSp>
      <p:grpSp>
        <p:nvGrpSpPr>
          <p:cNvPr id="54" name="组合 53">
            <a:extLst>
              <a:ext uri="{FF2B5EF4-FFF2-40B4-BE49-F238E27FC236}">
                <a16:creationId xmlns:a16="http://schemas.microsoft.com/office/drawing/2014/main" id="{36472B6F-7611-85A8-6F39-20D3927E3B59}"/>
              </a:ext>
            </a:extLst>
          </p:cNvPr>
          <p:cNvGrpSpPr/>
          <p:nvPr/>
        </p:nvGrpSpPr>
        <p:grpSpPr>
          <a:xfrm>
            <a:off x="1048819" y="3556689"/>
            <a:ext cx="10082461" cy="520330"/>
            <a:chOff x="1048819" y="3846923"/>
            <a:chExt cx="10082461" cy="520330"/>
          </a:xfrm>
        </p:grpSpPr>
        <p:grpSp>
          <p:nvGrpSpPr>
            <p:cNvPr id="48" name="组合 47">
              <a:extLst>
                <a:ext uri="{FF2B5EF4-FFF2-40B4-BE49-F238E27FC236}">
                  <a16:creationId xmlns:a16="http://schemas.microsoft.com/office/drawing/2014/main" id="{1C188CEF-3747-777F-3B85-9B507244C605}"/>
                </a:ext>
              </a:extLst>
            </p:cNvPr>
            <p:cNvGrpSpPr/>
            <p:nvPr/>
          </p:nvGrpSpPr>
          <p:grpSpPr>
            <a:xfrm>
              <a:off x="1048819" y="3846923"/>
              <a:ext cx="10082461" cy="520330"/>
              <a:chOff x="1064220" y="3846923"/>
              <a:chExt cx="10082461" cy="520330"/>
            </a:xfrm>
          </p:grpSpPr>
          <p:sp>
            <p:nvSpPr>
              <p:cNvPr id="37" name="矩形: 圆角 18">
                <a:extLst>
                  <a:ext uri="{FF2B5EF4-FFF2-40B4-BE49-F238E27FC236}">
                    <a16:creationId xmlns:a16="http://schemas.microsoft.com/office/drawing/2014/main" id="{A90FC2AA-CFDE-6A41-C4CB-DDEBEE4E64CF}"/>
                  </a:ext>
                </a:extLst>
              </p:cNvPr>
              <p:cNvSpPr/>
              <p:nvPr>
                <p:custDataLst>
                  <p:tags r:id="rId1"/>
                </p:custDataLst>
              </p:nvPr>
            </p:nvSpPr>
            <p:spPr>
              <a:xfrm>
                <a:off x="1064220" y="3846923"/>
                <a:ext cx="1940616" cy="520330"/>
              </a:xfrm>
              <a:prstGeom prst="roundRect">
                <a:avLst>
                  <a:gd name="adj" fmla="val 50000"/>
                </a:avLst>
              </a:prstGeom>
              <a:gradFill>
                <a:gsLst>
                  <a:gs pos="0">
                    <a:schemeClr val="accent1">
                      <a:lumMod val="75000"/>
                    </a:schemeClr>
                  </a:gs>
                  <a:gs pos="92000">
                    <a:srgbClr val="1B6DC3"/>
                  </a:gs>
                </a:gsLst>
                <a:lin ang="5400000" scaled="1"/>
              </a:gradFill>
              <a:ln w="27432" cap="flat" cmpd="sng" algn="ctr">
                <a:solidFill>
                  <a:schemeClr val="bg1"/>
                </a:solidFill>
                <a:prstDash val="solid"/>
                <a:miter lim="800000"/>
              </a:ln>
              <a:effectLst>
                <a:outerShdw blurRad="54864" dist="41148" dir="5400000" algn="t" rotWithShape="0">
                  <a:srgbClr val="488543">
                    <a:alpha val="40000"/>
                  </a:srgbClr>
                </a:outerShdw>
              </a:effectLst>
            </p:spPr>
            <p:txBody>
              <a:bodyPr lIns="98755" tIns="49378" rIns="98755" bIns="49378" rtlCol="0" anchor="ctr"/>
              <a:lstStyle/>
              <a:p>
                <a:pPr algn="ctr">
                  <a:defRPr/>
                </a:pPr>
                <a:r>
                  <a:rPr lang="zh-CN" altLang="en-US" sz="2400" b="1" kern="0" dirty="0">
                    <a:solidFill>
                      <a:schemeClr val="bg1"/>
                    </a:solidFill>
                    <a:latin typeface="微软雅黑" charset="-122"/>
                    <a:ea typeface="微软雅黑" charset="-122"/>
                    <a:cs typeface="微软雅黑" charset="-122"/>
                    <a:sym typeface="+mn-ea"/>
                  </a:rPr>
                  <a:t>流程一</a:t>
                </a:r>
              </a:p>
            </p:txBody>
          </p:sp>
          <p:sp>
            <p:nvSpPr>
              <p:cNvPr id="45" name="矩形: 圆角 18">
                <a:extLst>
                  <a:ext uri="{FF2B5EF4-FFF2-40B4-BE49-F238E27FC236}">
                    <a16:creationId xmlns:a16="http://schemas.microsoft.com/office/drawing/2014/main" id="{51706FCE-AAE5-5B5B-3F3E-2C644E85B444}"/>
                  </a:ext>
                </a:extLst>
              </p:cNvPr>
              <p:cNvSpPr/>
              <p:nvPr>
                <p:custDataLst>
                  <p:tags r:id="rId2"/>
                </p:custDataLst>
              </p:nvPr>
            </p:nvSpPr>
            <p:spPr>
              <a:xfrm>
                <a:off x="3778168" y="3846923"/>
                <a:ext cx="1940616" cy="520330"/>
              </a:xfrm>
              <a:prstGeom prst="roundRect">
                <a:avLst>
                  <a:gd name="adj" fmla="val 50000"/>
                </a:avLst>
              </a:prstGeom>
              <a:gradFill>
                <a:gsLst>
                  <a:gs pos="0">
                    <a:schemeClr val="accent1">
                      <a:lumMod val="75000"/>
                    </a:schemeClr>
                  </a:gs>
                  <a:gs pos="92000">
                    <a:srgbClr val="1B6DC3"/>
                  </a:gs>
                </a:gsLst>
                <a:lin ang="5400000" scaled="1"/>
              </a:gradFill>
              <a:ln w="27432" cap="flat" cmpd="sng" algn="ctr">
                <a:solidFill>
                  <a:schemeClr val="bg1"/>
                </a:solidFill>
                <a:prstDash val="solid"/>
                <a:miter lim="800000"/>
              </a:ln>
              <a:effectLst>
                <a:outerShdw blurRad="54864" dist="41148" dir="5400000" algn="t" rotWithShape="0">
                  <a:srgbClr val="488543">
                    <a:alpha val="40000"/>
                  </a:srgbClr>
                </a:outerShdw>
              </a:effectLst>
            </p:spPr>
            <p:txBody>
              <a:bodyPr lIns="98755" tIns="49378" rIns="98755" bIns="49378" rtlCol="0" anchor="ctr"/>
              <a:lstStyle/>
              <a:p>
                <a:pPr algn="ctr">
                  <a:defRPr/>
                </a:pPr>
                <a:r>
                  <a:rPr lang="zh-CN" altLang="en-US" sz="2400" b="1" kern="0" dirty="0">
                    <a:solidFill>
                      <a:schemeClr val="bg1"/>
                    </a:solidFill>
                    <a:latin typeface="微软雅黑" charset="-122"/>
                    <a:ea typeface="微软雅黑" charset="-122"/>
                    <a:cs typeface="微软雅黑" charset="-122"/>
                    <a:sym typeface="+mn-ea"/>
                  </a:rPr>
                  <a:t>流程二</a:t>
                </a:r>
              </a:p>
            </p:txBody>
          </p:sp>
          <p:sp>
            <p:nvSpPr>
              <p:cNvPr id="46" name="矩形: 圆角 18">
                <a:extLst>
                  <a:ext uri="{FF2B5EF4-FFF2-40B4-BE49-F238E27FC236}">
                    <a16:creationId xmlns:a16="http://schemas.microsoft.com/office/drawing/2014/main" id="{465D62C4-F742-5B37-93C5-A244784DB9A7}"/>
                  </a:ext>
                </a:extLst>
              </p:cNvPr>
              <p:cNvSpPr/>
              <p:nvPr>
                <p:custDataLst>
                  <p:tags r:id="rId3"/>
                </p:custDataLst>
              </p:nvPr>
            </p:nvSpPr>
            <p:spPr>
              <a:xfrm>
                <a:off x="6492116" y="3846923"/>
                <a:ext cx="1940616" cy="520330"/>
              </a:xfrm>
              <a:prstGeom prst="roundRect">
                <a:avLst>
                  <a:gd name="adj" fmla="val 50000"/>
                </a:avLst>
              </a:prstGeom>
              <a:gradFill>
                <a:gsLst>
                  <a:gs pos="0">
                    <a:schemeClr val="accent1">
                      <a:lumMod val="75000"/>
                    </a:schemeClr>
                  </a:gs>
                  <a:gs pos="92000">
                    <a:srgbClr val="1B6DC3"/>
                  </a:gs>
                </a:gsLst>
                <a:lin ang="5400000" scaled="1"/>
              </a:gradFill>
              <a:ln w="27432" cap="flat" cmpd="sng" algn="ctr">
                <a:solidFill>
                  <a:schemeClr val="bg1"/>
                </a:solidFill>
                <a:prstDash val="solid"/>
                <a:miter lim="800000"/>
              </a:ln>
              <a:effectLst>
                <a:outerShdw blurRad="54864" dist="41148" dir="5400000" algn="t" rotWithShape="0">
                  <a:srgbClr val="488543">
                    <a:alpha val="40000"/>
                  </a:srgbClr>
                </a:outerShdw>
              </a:effectLst>
            </p:spPr>
            <p:txBody>
              <a:bodyPr lIns="98755" tIns="49378" rIns="98755" bIns="49378" rtlCol="0" anchor="ctr"/>
              <a:lstStyle/>
              <a:p>
                <a:pPr algn="ctr">
                  <a:defRPr/>
                </a:pPr>
                <a:r>
                  <a:rPr lang="zh-CN" altLang="en-US" sz="2400" b="1" kern="0" dirty="0">
                    <a:solidFill>
                      <a:schemeClr val="bg1"/>
                    </a:solidFill>
                    <a:latin typeface="微软雅黑" charset="-122"/>
                    <a:ea typeface="微软雅黑" charset="-122"/>
                    <a:cs typeface="微软雅黑" charset="-122"/>
                    <a:sym typeface="+mn-ea"/>
                  </a:rPr>
                  <a:t>流程三</a:t>
                </a:r>
              </a:p>
            </p:txBody>
          </p:sp>
          <p:sp>
            <p:nvSpPr>
              <p:cNvPr id="47" name="矩形: 圆角 18">
                <a:extLst>
                  <a:ext uri="{FF2B5EF4-FFF2-40B4-BE49-F238E27FC236}">
                    <a16:creationId xmlns:a16="http://schemas.microsoft.com/office/drawing/2014/main" id="{0CC51F59-57E5-E298-7AC5-2DF5CA5428D4}"/>
                  </a:ext>
                </a:extLst>
              </p:cNvPr>
              <p:cNvSpPr/>
              <p:nvPr>
                <p:custDataLst>
                  <p:tags r:id="rId4"/>
                </p:custDataLst>
              </p:nvPr>
            </p:nvSpPr>
            <p:spPr>
              <a:xfrm>
                <a:off x="9206065" y="3846923"/>
                <a:ext cx="1940616" cy="520330"/>
              </a:xfrm>
              <a:prstGeom prst="roundRect">
                <a:avLst>
                  <a:gd name="adj" fmla="val 50000"/>
                </a:avLst>
              </a:prstGeom>
              <a:gradFill>
                <a:gsLst>
                  <a:gs pos="0">
                    <a:schemeClr val="accent1">
                      <a:lumMod val="75000"/>
                    </a:schemeClr>
                  </a:gs>
                  <a:gs pos="92000">
                    <a:srgbClr val="1B6DC3"/>
                  </a:gs>
                </a:gsLst>
                <a:lin ang="5400000" scaled="1"/>
              </a:gradFill>
              <a:ln w="27432" cap="flat" cmpd="sng" algn="ctr">
                <a:solidFill>
                  <a:schemeClr val="bg1"/>
                </a:solidFill>
                <a:prstDash val="solid"/>
                <a:miter lim="800000"/>
              </a:ln>
              <a:effectLst>
                <a:outerShdw blurRad="54864" dist="41148" dir="5400000" algn="t" rotWithShape="0">
                  <a:srgbClr val="488543">
                    <a:alpha val="40000"/>
                  </a:srgbClr>
                </a:outerShdw>
              </a:effectLst>
            </p:spPr>
            <p:txBody>
              <a:bodyPr lIns="98755" tIns="49378" rIns="98755" bIns="49378" rtlCol="0" anchor="ctr"/>
              <a:lstStyle/>
              <a:p>
                <a:pPr algn="ctr">
                  <a:defRPr/>
                </a:pPr>
                <a:r>
                  <a:rPr lang="zh-CN" altLang="en-US" sz="2400" b="1" kern="0" dirty="0">
                    <a:solidFill>
                      <a:schemeClr val="bg1"/>
                    </a:solidFill>
                    <a:latin typeface="微软雅黑" charset="-122"/>
                    <a:ea typeface="微软雅黑" charset="-122"/>
                    <a:cs typeface="微软雅黑" charset="-122"/>
                    <a:sym typeface="+mn-ea"/>
                  </a:rPr>
                  <a:t>流程四</a:t>
                </a:r>
              </a:p>
            </p:txBody>
          </p:sp>
        </p:grpSp>
        <p:grpSp>
          <p:nvGrpSpPr>
            <p:cNvPr id="52" name="组合 51">
              <a:extLst>
                <a:ext uri="{FF2B5EF4-FFF2-40B4-BE49-F238E27FC236}">
                  <a16:creationId xmlns:a16="http://schemas.microsoft.com/office/drawing/2014/main" id="{B8802DE4-313A-3671-FA41-808D95FC8DD4}"/>
                </a:ext>
              </a:extLst>
            </p:cNvPr>
            <p:cNvGrpSpPr/>
            <p:nvPr/>
          </p:nvGrpSpPr>
          <p:grpSpPr>
            <a:xfrm>
              <a:off x="3168385" y="3929898"/>
              <a:ext cx="5855232" cy="424655"/>
              <a:chOff x="3168385" y="3942598"/>
              <a:chExt cx="5855232" cy="424655"/>
            </a:xfrm>
          </p:grpSpPr>
          <p:sp>
            <p:nvSpPr>
              <p:cNvPr id="49" name="任意多边形: 形状 48">
                <a:extLst>
                  <a:ext uri="{FF2B5EF4-FFF2-40B4-BE49-F238E27FC236}">
                    <a16:creationId xmlns:a16="http://schemas.microsoft.com/office/drawing/2014/main" id="{BD6D6BB1-5672-3D12-BD4B-C3C7B0AAC9EE}"/>
                  </a:ext>
                </a:extLst>
              </p:cNvPr>
              <p:cNvSpPr/>
              <p:nvPr/>
            </p:nvSpPr>
            <p:spPr>
              <a:xfrm rot="5400000">
                <a:off x="3187218" y="3923765"/>
                <a:ext cx="424655" cy="462321"/>
              </a:xfrm>
              <a:custGeom>
                <a:avLst/>
                <a:gdLst>
                  <a:gd name="connsiteX0" fmla="*/ 1738049 w 3476098"/>
                  <a:gd name="connsiteY0" fmla="*/ 806507 h 1907940"/>
                  <a:gd name="connsiteX1" fmla="*/ 2091972 w 3476098"/>
                  <a:gd name="connsiteY1" fmla="*/ 806507 h 1907940"/>
                  <a:gd name="connsiteX2" fmla="*/ 2608733 w 3476098"/>
                  <a:gd name="connsiteY2" fmla="*/ 1437720 h 1907940"/>
                  <a:gd name="connsiteX3" fmla="*/ 3476098 w 3476098"/>
                  <a:gd name="connsiteY3" fmla="*/ 1907939 h 1907940"/>
                  <a:gd name="connsiteX4" fmla="*/ 1738049 w 3476098"/>
                  <a:gd name="connsiteY4" fmla="*/ 1907939 h 1907940"/>
                  <a:gd name="connsiteX5" fmla="*/ 1738049 w 3476098"/>
                  <a:gd name="connsiteY5" fmla="*/ 1907940 h 1907940"/>
                  <a:gd name="connsiteX6" fmla="*/ 0 w 3476098"/>
                  <a:gd name="connsiteY6" fmla="*/ 1907940 h 1907940"/>
                  <a:gd name="connsiteX7" fmla="*/ 867365 w 3476098"/>
                  <a:gd name="connsiteY7" fmla="*/ 1437721 h 1907940"/>
                  <a:gd name="connsiteX8" fmla="*/ 1384126 w 3476098"/>
                  <a:gd name="connsiteY8" fmla="*/ 806508 h 1907940"/>
                  <a:gd name="connsiteX9" fmla="*/ 1738049 w 3476098"/>
                  <a:gd name="connsiteY9" fmla="*/ 806508 h 1907940"/>
                  <a:gd name="connsiteX10" fmla="*/ 1738049 w 3476098"/>
                  <a:gd name="connsiteY10" fmla="*/ 0 h 1907940"/>
                  <a:gd name="connsiteX11" fmla="*/ 2705441 w 3476098"/>
                  <a:gd name="connsiteY11" fmla="*/ 806386 h 1907940"/>
                  <a:gd name="connsiteX12" fmla="*/ 1738049 w 3476098"/>
                  <a:gd name="connsiteY12" fmla="*/ 806386 h 1907940"/>
                  <a:gd name="connsiteX13" fmla="*/ 1738049 w 3476098"/>
                  <a:gd name="connsiteY13" fmla="*/ 806387 h 1907940"/>
                  <a:gd name="connsiteX14" fmla="*/ 770657 w 3476098"/>
                  <a:gd name="connsiteY14" fmla="*/ 806387 h 1907940"/>
                  <a:gd name="connsiteX15" fmla="*/ 1738049 w 3476098"/>
                  <a:gd name="connsiteY15" fmla="*/ 1 h 190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476098" h="1907940">
                    <a:moveTo>
                      <a:pt x="1738049" y="806507"/>
                    </a:moveTo>
                    <a:lnTo>
                      <a:pt x="2091972" y="806507"/>
                    </a:lnTo>
                    <a:cubicBezTo>
                      <a:pt x="2188221" y="1022407"/>
                      <a:pt x="2363101" y="1231266"/>
                      <a:pt x="2608733" y="1437720"/>
                    </a:cubicBezTo>
                    <a:cubicBezTo>
                      <a:pt x="2817703" y="1633971"/>
                      <a:pt x="3251888" y="1728622"/>
                      <a:pt x="3476098" y="1907939"/>
                    </a:cubicBezTo>
                    <a:lnTo>
                      <a:pt x="1738049" y="1907939"/>
                    </a:lnTo>
                    <a:lnTo>
                      <a:pt x="1738049" y="1907940"/>
                    </a:lnTo>
                    <a:lnTo>
                      <a:pt x="0" y="1907940"/>
                    </a:lnTo>
                    <a:cubicBezTo>
                      <a:pt x="224210" y="1728623"/>
                      <a:pt x="658395" y="1633972"/>
                      <a:pt x="867365" y="1437721"/>
                    </a:cubicBezTo>
                    <a:cubicBezTo>
                      <a:pt x="1112997" y="1231267"/>
                      <a:pt x="1287877" y="1022408"/>
                      <a:pt x="1384126" y="806508"/>
                    </a:cubicBezTo>
                    <a:lnTo>
                      <a:pt x="1738049" y="806508"/>
                    </a:lnTo>
                    <a:close/>
                    <a:moveTo>
                      <a:pt x="1738049" y="0"/>
                    </a:moveTo>
                    <a:lnTo>
                      <a:pt x="2705441" y="806386"/>
                    </a:lnTo>
                    <a:lnTo>
                      <a:pt x="1738049" y="806386"/>
                    </a:lnTo>
                    <a:lnTo>
                      <a:pt x="1738049" y="806387"/>
                    </a:lnTo>
                    <a:lnTo>
                      <a:pt x="770657" y="806387"/>
                    </a:lnTo>
                    <a:lnTo>
                      <a:pt x="1738049" y="1"/>
                    </a:lnTo>
                    <a:close/>
                  </a:path>
                </a:pathLst>
              </a:custGeom>
              <a:gradFill flip="none" rotWithShape="1">
                <a:gsLst>
                  <a:gs pos="26600">
                    <a:srgbClr val="114FB5"/>
                  </a:gs>
                  <a:gs pos="98165">
                    <a:srgbClr val="114FB5">
                      <a:alpha val="0"/>
                    </a:srgbClr>
                  </a:gs>
                  <a:gs pos="0">
                    <a:srgbClr val="0E419C"/>
                  </a:gs>
                </a:gsLst>
                <a:lin ang="5400000" scaled="0"/>
                <a:tileRect/>
              </a:gra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思源黑体 CN Bold" panose="020B0800000000000000" pitchFamily="34" charset="-122"/>
                  <a:sym typeface="Arial" panose="020B0604020202020204" pitchFamily="34" charset="0"/>
                </a:endParaRPr>
              </a:p>
            </p:txBody>
          </p:sp>
          <p:sp>
            <p:nvSpPr>
              <p:cNvPr id="50" name="任意多边形: 形状 49">
                <a:extLst>
                  <a:ext uri="{FF2B5EF4-FFF2-40B4-BE49-F238E27FC236}">
                    <a16:creationId xmlns:a16="http://schemas.microsoft.com/office/drawing/2014/main" id="{CF4B23CF-CC6C-1910-BAFD-9A937827BCE0}"/>
                  </a:ext>
                </a:extLst>
              </p:cNvPr>
              <p:cNvSpPr/>
              <p:nvPr/>
            </p:nvSpPr>
            <p:spPr>
              <a:xfrm rot="5400000">
                <a:off x="5877721" y="3923765"/>
                <a:ext cx="424655" cy="462321"/>
              </a:xfrm>
              <a:custGeom>
                <a:avLst/>
                <a:gdLst>
                  <a:gd name="connsiteX0" fmla="*/ 1738049 w 3476098"/>
                  <a:gd name="connsiteY0" fmla="*/ 806507 h 1907940"/>
                  <a:gd name="connsiteX1" fmla="*/ 2091972 w 3476098"/>
                  <a:gd name="connsiteY1" fmla="*/ 806507 h 1907940"/>
                  <a:gd name="connsiteX2" fmla="*/ 2608733 w 3476098"/>
                  <a:gd name="connsiteY2" fmla="*/ 1437720 h 1907940"/>
                  <a:gd name="connsiteX3" fmla="*/ 3476098 w 3476098"/>
                  <a:gd name="connsiteY3" fmla="*/ 1907939 h 1907940"/>
                  <a:gd name="connsiteX4" fmla="*/ 1738049 w 3476098"/>
                  <a:gd name="connsiteY4" fmla="*/ 1907939 h 1907940"/>
                  <a:gd name="connsiteX5" fmla="*/ 1738049 w 3476098"/>
                  <a:gd name="connsiteY5" fmla="*/ 1907940 h 1907940"/>
                  <a:gd name="connsiteX6" fmla="*/ 0 w 3476098"/>
                  <a:gd name="connsiteY6" fmla="*/ 1907940 h 1907940"/>
                  <a:gd name="connsiteX7" fmla="*/ 867365 w 3476098"/>
                  <a:gd name="connsiteY7" fmla="*/ 1437721 h 1907940"/>
                  <a:gd name="connsiteX8" fmla="*/ 1384126 w 3476098"/>
                  <a:gd name="connsiteY8" fmla="*/ 806508 h 1907940"/>
                  <a:gd name="connsiteX9" fmla="*/ 1738049 w 3476098"/>
                  <a:gd name="connsiteY9" fmla="*/ 806508 h 1907940"/>
                  <a:gd name="connsiteX10" fmla="*/ 1738049 w 3476098"/>
                  <a:gd name="connsiteY10" fmla="*/ 0 h 1907940"/>
                  <a:gd name="connsiteX11" fmla="*/ 2705441 w 3476098"/>
                  <a:gd name="connsiteY11" fmla="*/ 806386 h 1907940"/>
                  <a:gd name="connsiteX12" fmla="*/ 1738049 w 3476098"/>
                  <a:gd name="connsiteY12" fmla="*/ 806386 h 1907940"/>
                  <a:gd name="connsiteX13" fmla="*/ 1738049 w 3476098"/>
                  <a:gd name="connsiteY13" fmla="*/ 806387 h 1907940"/>
                  <a:gd name="connsiteX14" fmla="*/ 770657 w 3476098"/>
                  <a:gd name="connsiteY14" fmla="*/ 806387 h 1907940"/>
                  <a:gd name="connsiteX15" fmla="*/ 1738049 w 3476098"/>
                  <a:gd name="connsiteY15" fmla="*/ 1 h 190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476098" h="1907940">
                    <a:moveTo>
                      <a:pt x="1738049" y="806507"/>
                    </a:moveTo>
                    <a:lnTo>
                      <a:pt x="2091972" y="806507"/>
                    </a:lnTo>
                    <a:cubicBezTo>
                      <a:pt x="2188221" y="1022407"/>
                      <a:pt x="2363101" y="1231266"/>
                      <a:pt x="2608733" y="1437720"/>
                    </a:cubicBezTo>
                    <a:cubicBezTo>
                      <a:pt x="2817703" y="1633971"/>
                      <a:pt x="3251888" y="1728622"/>
                      <a:pt x="3476098" y="1907939"/>
                    </a:cubicBezTo>
                    <a:lnTo>
                      <a:pt x="1738049" y="1907939"/>
                    </a:lnTo>
                    <a:lnTo>
                      <a:pt x="1738049" y="1907940"/>
                    </a:lnTo>
                    <a:lnTo>
                      <a:pt x="0" y="1907940"/>
                    </a:lnTo>
                    <a:cubicBezTo>
                      <a:pt x="224210" y="1728623"/>
                      <a:pt x="658395" y="1633972"/>
                      <a:pt x="867365" y="1437721"/>
                    </a:cubicBezTo>
                    <a:cubicBezTo>
                      <a:pt x="1112997" y="1231267"/>
                      <a:pt x="1287877" y="1022408"/>
                      <a:pt x="1384126" y="806508"/>
                    </a:cubicBezTo>
                    <a:lnTo>
                      <a:pt x="1738049" y="806508"/>
                    </a:lnTo>
                    <a:close/>
                    <a:moveTo>
                      <a:pt x="1738049" y="0"/>
                    </a:moveTo>
                    <a:lnTo>
                      <a:pt x="2705441" y="806386"/>
                    </a:lnTo>
                    <a:lnTo>
                      <a:pt x="1738049" y="806386"/>
                    </a:lnTo>
                    <a:lnTo>
                      <a:pt x="1738049" y="806387"/>
                    </a:lnTo>
                    <a:lnTo>
                      <a:pt x="770657" y="806387"/>
                    </a:lnTo>
                    <a:lnTo>
                      <a:pt x="1738049" y="1"/>
                    </a:lnTo>
                    <a:close/>
                  </a:path>
                </a:pathLst>
              </a:custGeom>
              <a:gradFill flip="none" rotWithShape="1">
                <a:gsLst>
                  <a:gs pos="26600">
                    <a:srgbClr val="114FB5"/>
                  </a:gs>
                  <a:gs pos="98165">
                    <a:srgbClr val="114FB5">
                      <a:alpha val="0"/>
                    </a:srgbClr>
                  </a:gs>
                  <a:gs pos="0">
                    <a:srgbClr val="0E419C"/>
                  </a:gs>
                </a:gsLst>
                <a:lin ang="5400000" scaled="0"/>
                <a:tileRect/>
              </a:gra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思源黑体 CN Bold" panose="020B0800000000000000" pitchFamily="34" charset="-122"/>
                  <a:sym typeface="Arial" panose="020B0604020202020204" pitchFamily="34" charset="0"/>
                </a:endParaRPr>
              </a:p>
            </p:txBody>
          </p:sp>
          <p:sp>
            <p:nvSpPr>
              <p:cNvPr id="51" name="任意多边形: 形状 50">
                <a:extLst>
                  <a:ext uri="{FF2B5EF4-FFF2-40B4-BE49-F238E27FC236}">
                    <a16:creationId xmlns:a16="http://schemas.microsoft.com/office/drawing/2014/main" id="{2A3FE420-AB24-5435-B663-433FB21918E3}"/>
                  </a:ext>
                </a:extLst>
              </p:cNvPr>
              <p:cNvSpPr/>
              <p:nvPr/>
            </p:nvSpPr>
            <p:spPr>
              <a:xfrm rot="5400000">
                <a:off x="8580129" y="3923765"/>
                <a:ext cx="424655" cy="462321"/>
              </a:xfrm>
              <a:custGeom>
                <a:avLst/>
                <a:gdLst>
                  <a:gd name="connsiteX0" fmla="*/ 1738049 w 3476098"/>
                  <a:gd name="connsiteY0" fmla="*/ 806507 h 1907940"/>
                  <a:gd name="connsiteX1" fmla="*/ 2091972 w 3476098"/>
                  <a:gd name="connsiteY1" fmla="*/ 806507 h 1907940"/>
                  <a:gd name="connsiteX2" fmla="*/ 2608733 w 3476098"/>
                  <a:gd name="connsiteY2" fmla="*/ 1437720 h 1907940"/>
                  <a:gd name="connsiteX3" fmla="*/ 3476098 w 3476098"/>
                  <a:gd name="connsiteY3" fmla="*/ 1907939 h 1907940"/>
                  <a:gd name="connsiteX4" fmla="*/ 1738049 w 3476098"/>
                  <a:gd name="connsiteY4" fmla="*/ 1907939 h 1907940"/>
                  <a:gd name="connsiteX5" fmla="*/ 1738049 w 3476098"/>
                  <a:gd name="connsiteY5" fmla="*/ 1907940 h 1907940"/>
                  <a:gd name="connsiteX6" fmla="*/ 0 w 3476098"/>
                  <a:gd name="connsiteY6" fmla="*/ 1907940 h 1907940"/>
                  <a:gd name="connsiteX7" fmla="*/ 867365 w 3476098"/>
                  <a:gd name="connsiteY7" fmla="*/ 1437721 h 1907940"/>
                  <a:gd name="connsiteX8" fmla="*/ 1384126 w 3476098"/>
                  <a:gd name="connsiteY8" fmla="*/ 806508 h 1907940"/>
                  <a:gd name="connsiteX9" fmla="*/ 1738049 w 3476098"/>
                  <a:gd name="connsiteY9" fmla="*/ 806508 h 1907940"/>
                  <a:gd name="connsiteX10" fmla="*/ 1738049 w 3476098"/>
                  <a:gd name="connsiteY10" fmla="*/ 0 h 1907940"/>
                  <a:gd name="connsiteX11" fmla="*/ 2705441 w 3476098"/>
                  <a:gd name="connsiteY11" fmla="*/ 806386 h 1907940"/>
                  <a:gd name="connsiteX12" fmla="*/ 1738049 w 3476098"/>
                  <a:gd name="connsiteY12" fmla="*/ 806386 h 1907940"/>
                  <a:gd name="connsiteX13" fmla="*/ 1738049 w 3476098"/>
                  <a:gd name="connsiteY13" fmla="*/ 806387 h 1907940"/>
                  <a:gd name="connsiteX14" fmla="*/ 770657 w 3476098"/>
                  <a:gd name="connsiteY14" fmla="*/ 806387 h 1907940"/>
                  <a:gd name="connsiteX15" fmla="*/ 1738049 w 3476098"/>
                  <a:gd name="connsiteY15" fmla="*/ 1 h 190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476098" h="1907940">
                    <a:moveTo>
                      <a:pt x="1738049" y="806507"/>
                    </a:moveTo>
                    <a:lnTo>
                      <a:pt x="2091972" y="806507"/>
                    </a:lnTo>
                    <a:cubicBezTo>
                      <a:pt x="2188221" y="1022407"/>
                      <a:pt x="2363101" y="1231266"/>
                      <a:pt x="2608733" y="1437720"/>
                    </a:cubicBezTo>
                    <a:cubicBezTo>
                      <a:pt x="2817703" y="1633971"/>
                      <a:pt x="3251888" y="1728622"/>
                      <a:pt x="3476098" y="1907939"/>
                    </a:cubicBezTo>
                    <a:lnTo>
                      <a:pt x="1738049" y="1907939"/>
                    </a:lnTo>
                    <a:lnTo>
                      <a:pt x="1738049" y="1907940"/>
                    </a:lnTo>
                    <a:lnTo>
                      <a:pt x="0" y="1907940"/>
                    </a:lnTo>
                    <a:cubicBezTo>
                      <a:pt x="224210" y="1728623"/>
                      <a:pt x="658395" y="1633972"/>
                      <a:pt x="867365" y="1437721"/>
                    </a:cubicBezTo>
                    <a:cubicBezTo>
                      <a:pt x="1112997" y="1231267"/>
                      <a:pt x="1287877" y="1022408"/>
                      <a:pt x="1384126" y="806508"/>
                    </a:cubicBezTo>
                    <a:lnTo>
                      <a:pt x="1738049" y="806508"/>
                    </a:lnTo>
                    <a:close/>
                    <a:moveTo>
                      <a:pt x="1738049" y="0"/>
                    </a:moveTo>
                    <a:lnTo>
                      <a:pt x="2705441" y="806386"/>
                    </a:lnTo>
                    <a:lnTo>
                      <a:pt x="1738049" y="806386"/>
                    </a:lnTo>
                    <a:lnTo>
                      <a:pt x="1738049" y="806387"/>
                    </a:lnTo>
                    <a:lnTo>
                      <a:pt x="770657" y="806387"/>
                    </a:lnTo>
                    <a:lnTo>
                      <a:pt x="1738049" y="1"/>
                    </a:lnTo>
                    <a:close/>
                  </a:path>
                </a:pathLst>
              </a:custGeom>
              <a:gradFill flip="none" rotWithShape="1">
                <a:gsLst>
                  <a:gs pos="26600">
                    <a:srgbClr val="114FB5"/>
                  </a:gs>
                  <a:gs pos="98165">
                    <a:srgbClr val="114FB5">
                      <a:alpha val="0"/>
                    </a:srgbClr>
                  </a:gs>
                  <a:gs pos="0">
                    <a:srgbClr val="0E419C"/>
                  </a:gs>
                </a:gsLst>
                <a:lin ang="5400000" scaled="0"/>
                <a:tileRect/>
              </a:gra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思源黑体 CN Bold" panose="020B0800000000000000" pitchFamily="34" charset="-122"/>
                  <a:sym typeface="Arial" panose="020B0604020202020204" pitchFamily="34" charset="0"/>
                </a:endParaRPr>
              </a:p>
            </p:txBody>
          </p:sp>
        </p:grpSp>
      </p:grpSp>
      <p:pic>
        <p:nvPicPr>
          <p:cNvPr id="1086" name="图片 1085">
            <a:extLst>
              <a:ext uri="{FF2B5EF4-FFF2-40B4-BE49-F238E27FC236}">
                <a16:creationId xmlns:a16="http://schemas.microsoft.com/office/drawing/2014/main" id="{C828054E-3BA7-B718-2AAD-4DF57858CC0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159300" y="4347995"/>
            <a:ext cx="2603467" cy="1739401"/>
          </a:xfrm>
          <a:prstGeom prst="rect">
            <a:avLst/>
          </a:prstGeom>
          <a:ln>
            <a:noFill/>
          </a:ln>
          <a:effectLst>
            <a:outerShdw blurRad="292100" dist="139700" dir="2700000" algn="tl" rotWithShape="0">
              <a:srgbClr val="333333">
                <a:alpha val="65000"/>
              </a:srgbClr>
            </a:outerShdw>
          </a:effectLst>
        </p:spPr>
      </p:pic>
      <p:sp>
        <p:nvSpPr>
          <p:cNvPr id="2048" name="文本框 2047">
            <a:extLst>
              <a:ext uri="{FF2B5EF4-FFF2-40B4-BE49-F238E27FC236}">
                <a16:creationId xmlns:a16="http://schemas.microsoft.com/office/drawing/2014/main" id="{10684936-97AC-52F7-074E-0CDE71C946DE}"/>
              </a:ext>
            </a:extLst>
          </p:cNvPr>
          <p:cNvSpPr txBox="1"/>
          <p:nvPr/>
        </p:nvSpPr>
        <p:spPr>
          <a:xfrm>
            <a:off x="4380352" y="1203236"/>
            <a:ext cx="6522327" cy="602857"/>
          </a:xfrm>
          <a:prstGeom prst="rect">
            <a:avLst/>
          </a:prstGeom>
          <a:noFill/>
        </p:spPr>
        <p:txBody>
          <a:bodyPr wrap="square" lIns="0" tIns="0" rIns="0" bIns="0" rtlCol="0">
            <a:spAutoFit/>
          </a:bodyPr>
          <a:lstStyle/>
          <a:p>
            <a:pPr lvl="0" algn="just">
              <a:lnSpc>
                <a:spcPct val="120000"/>
              </a:lnSpc>
              <a:defRPr/>
            </a:pPr>
            <a:r>
              <a:rPr lang="zh-CN" altLang="en-US" b="1" kern="0" dirty="0">
                <a:gradFill>
                  <a:gsLst>
                    <a:gs pos="0">
                      <a:srgbClr val="0E5DBF"/>
                    </a:gs>
                    <a:gs pos="70000">
                      <a:srgbClr val="0E419C"/>
                    </a:gs>
                  </a:gsLst>
                  <a:lin ang="5400000" scaled="1"/>
                </a:gradFill>
                <a:latin typeface="微软雅黑" panose="020B0503020204020204" pitchFamily="34" charset="-122"/>
                <a:ea typeface="微软雅黑" panose="020B0503020204020204" pitchFamily="34" charset="-122"/>
                <a:sym typeface="Arial" panose="020B0604020202020204" pitchFamily="34" charset="0"/>
              </a:rPr>
              <a:t>请输入文本</a:t>
            </a:r>
            <a:r>
              <a:rPr kumimoji="0" lang="zh-CN" altLang="en-US" sz="1600" b="0" i="0" u="none" strike="noStrike" kern="1200" cap="none" spc="0" normalizeH="0" baseline="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Arial" panose="020B0604020202020204" pitchFamily="34" charset="0"/>
              </a:rPr>
              <a:t>是请</a:t>
            </a:r>
            <a:r>
              <a:rPr lang="zh-CN" altLang="en-US" sz="1600" dirty="0">
                <a:solidFill>
                  <a:srgbClr val="E7E6E6">
                    <a:lumMod val="25000"/>
                  </a:srgbClr>
                </a:solidFill>
                <a:latin typeface="微软雅黑" panose="020B0503020204020204" pitchFamily="34" charset="-122"/>
                <a:ea typeface="微软雅黑" panose="020B0503020204020204" pitchFamily="34" charset="-122"/>
                <a:sym typeface="Arial" panose="020B0604020202020204" pitchFamily="34" charset="0"/>
              </a:rPr>
              <a:t>输入文本请输入文本请输入文本请输入文本请输入文本请输入文本请输入文本请输入文本请输入文本请输入文本请输入文本请</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2049" name="文本框 2048">
            <a:extLst>
              <a:ext uri="{FF2B5EF4-FFF2-40B4-BE49-F238E27FC236}">
                <a16:creationId xmlns:a16="http://schemas.microsoft.com/office/drawing/2014/main" id="{6FD293AC-7EAC-1B25-5951-3E967939B46F}"/>
              </a:ext>
            </a:extLst>
          </p:cNvPr>
          <p:cNvSpPr txBox="1"/>
          <p:nvPr/>
        </p:nvSpPr>
        <p:spPr>
          <a:xfrm>
            <a:off x="4380352" y="2239303"/>
            <a:ext cx="6522327" cy="602857"/>
          </a:xfrm>
          <a:prstGeom prst="rect">
            <a:avLst/>
          </a:prstGeom>
          <a:noFill/>
        </p:spPr>
        <p:txBody>
          <a:bodyPr wrap="square" lIns="0" tIns="0" rIns="0" bIns="0" rtlCol="0">
            <a:spAutoFit/>
          </a:bodyPr>
          <a:lstStyle/>
          <a:p>
            <a:pPr lvl="0" algn="just">
              <a:lnSpc>
                <a:spcPct val="120000"/>
              </a:lnSpc>
              <a:defRPr/>
            </a:pPr>
            <a:r>
              <a:rPr lang="zh-CN" altLang="en-US" b="1" kern="0" dirty="0">
                <a:gradFill>
                  <a:gsLst>
                    <a:gs pos="0">
                      <a:srgbClr val="0E5DBF"/>
                    </a:gs>
                    <a:gs pos="70000">
                      <a:srgbClr val="0E419C"/>
                    </a:gs>
                  </a:gsLst>
                  <a:lin ang="5400000" scaled="1"/>
                </a:gradFill>
                <a:latin typeface="微软雅黑" panose="020B0503020204020204" pitchFamily="34" charset="-122"/>
                <a:ea typeface="微软雅黑" panose="020B0503020204020204" pitchFamily="34" charset="-122"/>
                <a:sym typeface="Arial" panose="020B0604020202020204" pitchFamily="34" charset="0"/>
              </a:rPr>
              <a:t>请输入文本</a:t>
            </a:r>
            <a:r>
              <a:rPr kumimoji="0" lang="zh-CN" altLang="en-US" sz="1600" b="0" i="0" u="none" strike="noStrike" kern="1200" cap="none" spc="0" normalizeH="0" baseline="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Arial" panose="020B0604020202020204" pitchFamily="34" charset="0"/>
              </a:rPr>
              <a:t>是请</a:t>
            </a:r>
            <a:r>
              <a:rPr lang="zh-CN" altLang="en-US" sz="1600" dirty="0">
                <a:solidFill>
                  <a:srgbClr val="E7E6E6">
                    <a:lumMod val="25000"/>
                  </a:srgbClr>
                </a:solidFill>
                <a:latin typeface="微软雅黑" panose="020B0503020204020204" pitchFamily="34" charset="-122"/>
                <a:ea typeface="微软雅黑" panose="020B0503020204020204" pitchFamily="34" charset="-122"/>
                <a:sym typeface="Arial" panose="020B0604020202020204" pitchFamily="34" charset="0"/>
              </a:rPr>
              <a:t>输入文本请输入文本请输入文本请输入文本请输入文本请输入文本请输入文本请输入文本请输入文本请输入文本请输入文本请</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pic>
        <p:nvPicPr>
          <p:cNvPr id="2051" name="图片 2050" descr="1131001d38057a7c3b43db4a56b7b59f">
            <a:extLst>
              <a:ext uri="{FF2B5EF4-FFF2-40B4-BE49-F238E27FC236}">
                <a16:creationId xmlns:a16="http://schemas.microsoft.com/office/drawing/2014/main" id="{574160F4-6BA2-94FB-82F6-02D13451D97D}"/>
              </a:ext>
            </a:extLst>
          </p:cNvPr>
          <p:cNvPicPr>
            <a:picLocks noChangeAspect="1"/>
          </p:cNvPicPr>
          <p:nvPr/>
        </p:nvPicPr>
        <p:blipFill>
          <a:blip r:embed="rId12">
            <a:extLst>
              <a:ext uri="{BEBA8EAE-BF5A-486C-A8C5-ECC9F3942E4B}">
                <a14:imgProps xmlns:a14="http://schemas.microsoft.com/office/drawing/2010/main">
                  <a14:imgLayer r:embed="rId13">
                    <a14:imgEffect>
                      <a14:backgroundRemoval t="33370" b="92596" l="10000" r="90000">
                        <a14:backgroundMark x1="16481" y1="77407" x2="16481" y2="77407"/>
                        <a14:backgroundMark x1="20926" y1="76914" x2="16944" y2="85062"/>
                        <a14:backgroundMark x1="21389" y1="72346" x2="17963" y2="75185"/>
                        <a14:backgroundMark x1="18426" y1="89877" x2="21389" y2="77901"/>
                        <a14:backgroundMark x1="21389" y1="77901" x2="23241" y2="76049"/>
                        <a14:backgroundMark x1="23241" y1="78272" x2="26852" y2="87037"/>
                        <a14:backgroundMark x1="76667" y1="86173" x2="77778" y2="70864"/>
                        <a14:backgroundMark x1="70926" y1="75185" x2="72685" y2="89012"/>
                        <a14:backgroundMark x1="72685" y1="89012" x2="81759" y2="88889"/>
                        <a14:backgroundMark x1="81759" y1="88889" x2="76481" y2="75185"/>
                        <a14:backgroundMark x1="76481" y1="75185" x2="73056" y2="74321"/>
                        <a14:backgroundMark x1="66759" y1="86420" x2="69259" y2="88148"/>
                      </a14:backgroundRemoval>
                    </a14:imgEffect>
                  </a14:imgLayer>
                </a14:imgProps>
              </a:ext>
            </a:extLst>
          </a:blip>
          <a:srcRect t="25967"/>
          <a:stretch>
            <a:fillRect/>
          </a:stretch>
        </p:blipFill>
        <p:spPr>
          <a:xfrm>
            <a:off x="8298797" y="4328141"/>
            <a:ext cx="5989378" cy="3325612"/>
          </a:xfrm>
          <a:prstGeom prst="rect">
            <a:avLst/>
          </a:prstGeom>
        </p:spPr>
      </p:pic>
      <p:pic>
        <p:nvPicPr>
          <p:cNvPr id="2079" name="图片 2078">
            <a:extLst>
              <a:ext uri="{FF2B5EF4-FFF2-40B4-BE49-F238E27FC236}">
                <a16:creationId xmlns:a16="http://schemas.microsoft.com/office/drawing/2014/main" id="{EFC73299-EF2D-BFB5-EF23-0E81F158A31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334672" y="4347995"/>
            <a:ext cx="2603467" cy="1739401"/>
          </a:xfrm>
          <a:prstGeom prst="rect">
            <a:avLst/>
          </a:prstGeom>
          <a:ln>
            <a:noFill/>
          </a:ln>
          <a:effectLst>
            <a:outerShdw blurRad="292100" dist="139700" dir="2700000" algn="tl" rotWithShape="0">
              <a:srgbClr val="333333">
                <a:alpha val="65000"/>
              </a:srgbClr>
            </a:outerShdw>
          </a:effectLst>
        </p:spPr>
      </p:pic>
      <p:pic>
        <p:nvPicPr>
          <p:cNvPr id="2080" name="图片 2079">
            <a:extLst>
              <a:ext uri="{FF2B5EF4-FFF2-40B4-BE49-F238E27FC236}">
                <a16:creationId xmlns:a16="http://schemas.microsoft.com/office/drawing/2014/main" id="{D9CAB240-8FC8-E2B1-A071-B75CF182D1F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510044" y="4347995"/>
            <a:ext cx="2603467" cy="173940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99926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a:extLst>
            <a:ext uri="{FF2B5EF4-FFF2-40B4-BE49-F238E27FC236}">
              <a16:creationId xmlns:a16="http://schemas.microsoft.com/office/drawing/2014/main" id="{0E27F59A-E8BE-D297-E5FB-9D5067183CFA}"/>
            </a:ext>
          </a:extLst>
        </p:cNvPr>
        <p:cNvGrpSpPr/>
        <p:nvPr/>
      </p:nvGrpSpPr>
      <p:grpSpPr>
        <a:xfrm>
          <a:off x="0" y="0"/>
          <a:ext cx="0" cy="0"/>
          <a:chOff x="0" y="0"/>
          <a:chExt cx="0" cy="0"/>
        </a:xfrm>
      </p:grpSpPr>
      <p:grpSp>
        <p:nvGrpSpPr>
          <p:cNvPr id="74" name="组合 73">
            <a:extLst>
              <a:ext uri="{FF2B5EF4-FFF2-40B4-BE49-F238E27FC236}">
                <a16:creationId xmlns:a16="http://schemas.microsoft.com/office/drawing/2014/main" id="{E3BC02D8-FBBF-1F33-9636-228A754178F5}"/>
              </a:ext>
            </a:extLst>
          </p:cNvPr>
          <p:cNvGrpSpPr/>
          <p:nvPr/>
        </p:nvGrpSpPr>
        <p:grpSpPr>
          <a:xfrm>
            <a:off x="360817" y="1040043"/>
            <a:ext cx="3625669" cy="5207019"/>
            <a:chOff x="360817" y="798343"/>
            <a:chExt cx="3625669" cy="5207019"/>
          </a:xfrm>
        </p:grpSpPr>
        <p:grpSp>
          <p:nvGrpSpPr>
            <p:cNvPr id="53" name="组合 52">
              <a:extLst>
                <a:ext uri="{FF2B5EF4-FFF2-40B4-BE49-F238E27FC236}">
                  <a16:creationId xmlns:a16="http://schemas.microsoft.com/office/drawing/2014/main" id="{53511863-5C5D-C3A9-1454-9295422709DD}"/>
                </a:ext>
              </a:extLst>
            </p:cNvPr>
            <p:cNvGrpSpPr/>
            <p:nvPr/>
          </p:nvGrpSpPr>
          <p:grpSpPr>
            <a:xfrm>
              <a:off x="360817" y="798343"/>
              <a:ext cx="3625669" cy="5207019"/>
              <a:chOff x="360817" y="-5881857"/>
              <a:chExt cx="3625669" cy="5207019"/>
            </a:xfrm>
          </p:grpSpPr>
          <p:grpSp>
            <p:nvGrpSpPr>
              <p:cNvPr id="52" name="组合 51">
                <a:extLst>
                  <a:ext uri="{FF2B5EF4-FFF2-40B4-BE49-F238E27FC236}">
                    <a16:creationId xmlns:a16="http://schemas.microsoft.com/office/drawing/2014/main" id="{2FD9EA2E-1340-7C87-F59F-16AEA7970241}"/>
                  </a:ext>
                </a:extLst>
              </p:cNvPr>
              <p:cNvGrpSpPr/>
              <p:nvPr/>
            </p:nvGrpSpPr>
            <p:grpSpPr>
              <a:xfrm>
                <a:off x="360817" y="-5881857"/>
                <a:ext cx="3625669" cy="5207019"/>
                <a:chOff x="360817" y="-5881857"/>
                <a:chExt cx="3625669" cy="5207019"/>
              </a:xfrm>
            </p:grpSpPr>
            <p:sp>
              <p:nvSpPr>
                <p:cNvPr id="8" name="矩形: 圆角 7">
                  <a:extLst>
                    <a:ext uri="{FF2B5EF4-FFF2-40B4-BE49-F238E27FC236}">
                      <a16:creationId xmlns:a16="http://schemas.microsoft.com/office/drawing/2014/main" id="{5303B9C4-56A0-7E7B-1770-B68B87DC606A}"/>
                    </a:ext>
                  </a:extLst>
                </p:cNvPr>
                <p:cNvSpPr/>
                <p:nvPr/>
              </p:nvSpPr>
              <p:spPr>
                <a:xfrm>
                  <a:off x="360817" y="-5881857"/>
                  <a:ext cx="3625669" cy="5207019"/>
                </a:xfrm>
                <a:prstGeom prst="roundRect">
                  <a:avLst>
                    <a:gd name="adj" fmla="val 4954"/>
                  </a:avLst>
                </a:prstGeom>
                <a:solidFill>
                  <a:schemeClr val="bg1"/>
                </a:solidFill>
                <a:ln>
                  <a:noFill/>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Times New Roman" panose="02020603050405020304" pitchFamily="18" charset="0"/>
                  </a:endParaRPr>
                </a:p>
              </p:txBody>
            </p:sp>
            <p:grpSp>
              <p:nvGrpSpPr>
                <p:cNvPr id="15" name="组合 14">
                  <a:extLst>
                    <a:ext uri="{FF2B5EF4-FFF2-40B4-BE49-F238E27FC236}">
                      <a16:creationId xmlns:a16="http://schemas.microsoft.com/office/drawing/2014/main" id="{BE7FAE66-8A62-EA88-4488-5DA7BBEA367A}"/>
                    </a:ext>
                  </a:extLst>
                </p:cNvPr>
                <p:cNvGrpSpPr/>
                <p:nvPr/>
              </p:nvGrpSpPr>
              <p:grpSpPr>
                <a:xfrm>
                  <a:off x="1072561" y="-5661797"/>
                  <a:ext cx="2202180" cy="912286"/>
                  <a:chOff x="1324860" y="1017578"/>
                  <a:chExt cx="2202180" cy="912286"/>
                </a:xfrm>
              </p:grpSpPr>
              <p:sp>
                <p:nvSpPr>
                  <p:cNvPr id="18" name="文本框 4">
                    <a:extLst>
                      <a:ext uri="{FF2B5EF4-FFF2-40B4-BE49-F238E27FC236}">
                        <a16:creationId xmlns:a16="http://schemas.microsoft.com/office/drawing/2014/main" id="{5375BDB4-2786-9010-63E4-6A38DF317799}"/>
                      </a:ext>
                    </a:extLst>
                  </p:cNvPr>
                  <p:cNvSpPr txBox="1"/>
                  <p:nvPr/>
                </p:nvSpPr>
                <p:spPr>
                  <a:xfrm>
                    <a:off x="1579495" y="1017578"/>
                    <a:ext cx="1692910" cy="461665"/>
                  </a:xfrm>
                  <a:prstGeom prst="rect">
                    <a:avLst/>
                  </a:prstGeom>
                  <a:noFill/>
                </p:spPr>
                <p:txBody>
                  <a:bodyPr wrap="square"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latin typeface="微软雅黑" charset="0"/>
                        <a:ea typeface="微软雅黑" charset="0"/>
                      </a:rPr>
                      <a:t>输入文本</a:t>
                    </a:r>
                  </a:p>
                </p:txBody>
              </p:sp>
              <p:sp>
                <p:nvSpPr>
                  <p:cNvPr id="19" name="文本框 8">
                    <a:extLst>
                      <a:ext uri="{FF2B5EF4-FFF2-40B4-BE49-F238E27FC236}">
                        <a16:creationId xmlns:a16="http://schemas.microsoft.com/office/drawing/2014/main" id="{944FAC06-591F-7756-2C1E-1B9A3386C5CB}"/>
                      </a:ext>
                    </a:extLst>
                  </p:cNvPr>
                  <p:cNvSpPr txBox="1"/>
                  <p:nvPr/>
                </p:nvSpPr>
                <p:spPr>
                  <a:xfrm>
                    <a:off x="1324860" y="1591310"/>
                    <a:ext cx="2202180"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dirty="0">
                        <a:latin typeface="微软雅黑" charset="0"/>
                        <a:ea typeface="微软雅黑" charset="0"/>
                      </a:rPr>
                      <a:t>请输入文本</a:t>
                    </a:r>
                  </a:p>
                </p:txBody>
              </p:sp>
            </p:grpSp>
            <p:grpSp>
              <p:nvGrpSpPr>
                <p:cNvPr id="48" name="组合 47">
                  <a:extLst>
                    <a:ext uri="{FF2B5EF4-FFF2-40B4-BE49-F238E27FC236}">
                      <a16:creationId xmlns:a16="http://schemas.microsoft.com/office/drawing/2014/main" id="{1E5BD43A-A8CE-9154-137B-F3D496F4BEA5}"/>
                    </a:ext>
                  </a:extLst>
                </p:cNvPr>
                <p:cNvGrpSpPr/>
                <p:nvPr/>
              </p:nvGrpSpPr>
              <p:grpSpPr>
                <a:xfrm>
                  <a:off x="372026" y="-5799730"/>
                  <a:ext cx="3603250" cy="1050155"/>
                  <a:chOff x="397667" y="-5799730"/>
                  <a:chExt cx="3603250" cy="1050155"/>
                </a:xfrm>
              </p:grpSpPr>
              <p:pic>
                <p:nvPicPr>
                  <p:cNvPr id="16" name="图片 15">
                    <a:extLst>
                      <a:ext uri="{FF2B5EF4-FFF2-40B4-BE49-F238E27FC236}">
                        <a16:creationId xmlns:a16="http://schemas.microsoft.com/office/drawing/2014/main" id="{58DDE184-7A75-4487-949B-4B28078DFF73}"/>
                      </a:ext>
                    </a:extLst>
                  </p:cNvPr>
                  <p:cNvPicPr>
                    <a:picLocks noChangeAspect="1"/>
                  </p:cNvPicPr>
                  <p:nvPr/>
                </p:nvPicPr>
                <p:blipFill>
                  <a:blip r:embed="rId3"/>
                  <a:srcRect t="20717" r="42851" b="19777"/>
                  <a:stretch/>
                </p:blipFill>
                <p:spPr>
                  <a:xfrm rot="272935">
                    <a:off x="397667" y="-5799730"/>
                    <a:ext cx="793432" cy="1050155"/>
                  </a:xfrm>
                  <a:prstGeom prst="rect">
                    <a:avLst/>
                  </a:prstGeom>
                  <a:effectLst>
                    <a:outerShdw blurRad="190500" dist="127000" dir="8100000" algn="tr" rotWithShape="0">
                      <a:schemeClr val="accent1">
                        <a:lumMod val="50000"/>
                        <a:alpha val="30000"/>
                      </a:schemeClr>
                    </a:outerShdw>
                  </a:effectLst>
                </p:spPr>
              </p:pic>
              <p:pic>
                <p:nvPicPr>
                  <p:cNvPr id="17" name="图片 16">
                    <a:extLst>
                      <a:ext uri="{FF2B5EF4-FFF2-40B4-BE49-F238E27FC236}">
                        <a16:creationId xmlns:a16="http://schemas.microsoft.com/office/drawing/2014/main" id="{DE338E23-5F1B-F15F-0823-F7CAF168D6F6}"/>
                      </a:ext>
                    </a:extLst>
                  </p:cNvPr>
                  <p:cNvPicPr>
                    <a:picLocks noChangeAspect="1"/>
                  </p:cNvPicPr>
                  <p:nvPr/>
                </p:nvPicPr>
                <p:blipFill>
                  <a:blip r:embed="rId3"/>
                  <a:srcRect t="20717" r="42851" b="19777"/>
                  <a:stretch/>
                </p:blipFill>
                <p:spPr>
                  <a:xfrm rot="21327065" flipH="1">
                    <a:off x="3207485" y="-5799730"/>
                    <a:ext cx="793432" cy="1050155"/>
                  </a:xfrm>
                  <a:prstGeom prst="rect">
                    <a:avLst/>
                  </a:prstGeom>
                  <a:effectLst>
                    <a:outerShdw blurRad="190500" dist="127000" dir="8100000" algn="tr" rotWithShape="0">
                      <a:schemeClr val="accent1">
                        <a:lumMod val="50000"/>
                        <a:alpha val="30000"/>
                      </a:schemeClr>
                    </a:outerShdw>
                  </a:effectLst>
                </p:spPr>
              </p:pic>
            </p:grpSp>
          </p:grpSp>
          <p:cxnSp>
            <p:nvCxnSpPr>
              <p:cNvPr id="45" name="直接连接符 44">
                <a:extLst>
                  <a:ext uri="{FF2B5EF4-FFF2-40B4-BE49-F238E27FC236}">
                    <a16:creationId xmlns:a16="http://schemas.microsoft.com/office/drawing/2014/main" id="{33718BB9-ED42-25EE-821F-37CE228306D3}"/>
                  </a:ext>
                </a:extLst>
              </p:cNvPr>
              <p:cNvCxnSpPr>
                <a:cxnSpLocks/>
              </p:cNvCxnSpPr>
              <p:nvPr/>
            </p:nvCxnSpPr>
            <p:spPr>
              <a:xfrm flipV="1">
                <a:off x="407465" y="-5872232"/>
                <a:ext cx="3528989" cy="7124"/>
              </a:xfrm>
              <a:prstGeom prst="line">
                <a:avLst/>
              </a:prstGeom>
              <a:ln w="38100"/>
              <a:effectLst>
                <a:outerShdw blurRad="50800" dist="38100" dir="16200000"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sp>
          <p:nvSpPr>
            <p:cNvPr id="9" name="文本框 53">
              <a:extLst>
                <a:ext uri="{FF2B5EF4-FFF2-40B4-BE49-F238E27FC236}">
                  <a16:creationId xmlns:a16="http://schemas.microsoft.com/office/drawing/2014/main" id="{30412FB9-0A93-4329-E867-73026651318D}"/>
                </a:ext>
              </a:extLst>
            </p:cNvPr>
            <p:cNvSpPr txBox="1"/>
            <p:nvPr/>
          </p:nvSpPr>
          <p:spPr>
            <a:xfrm>
              <a:off x="1086338" y="2194732"/>
              <a:ext cx="2171241" cy="1104533"/>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kumimoji="0" lang="zh-CN" altLang="en-US" sz="1400" b="1" i="0" u="none" strike="noStrike" kern="1200" cap="none" spc="0" normalizeH="0" baseline="0" noProof="0" dirty="0">
                  <a:ln>
                    <a:noFill/>
                  </a:ln>
                  <a:solidFill>
                    <a:prstClr val="black">
                      <a:lumMod val="95000"/>
                      <a:lumOff val="5000"/>
                    </a:prstClr>
                  </a:solidFill>
                  <a:effectLst/>
                  <a:uLnTx/>
                  <a:uFillTx/>
                  <a:latin typeface="微软雅黑" charset="0"/>
                  <a:ea typeface="微软雅黑" charset="0"/>
                  <a:cs typeface="微软雅黑" charset="0"/>
                </a:rPr>
                <a:t>请输入文本</a:t>
              </a:r>
              <a:r>
                <a:rPr lang="zh-CN" altLang="en-US" sz="1400" b="1" dirty="0">
                  <a:solidFill>
                    <a:schemeClr val="tx1">
                      <a:lumMod val="95000"/>
                      <a:lumOff val="5000"/>
                    </a:schemeClr>
                  </a:solidFill>
                  <a:latin typeface="微软雅黑" charset="0"/>
                  <a:ea typeface="微软雅黑" charset="0"/>
                  <a:cs typeface="微软雅黑" charset="0"/>
                  <a:sym typeface="+mn-ea"/>
                </a:rPr>
                <a:t>请输入文本</a:t>
              </a:r>
              <a:endParaRPr lang="en-US" altLang="zh-CN" sz="1400" b="1" dirty="0">
                <a:solidFill>
                  <a:schemeClr val="tx1">
                    <a:lumMod val="95000"/>
                    <a:lumOff val="5000"/>
                  </a:schemeClr>
                </a:solidFill>
                <a:latin typeface="微软雅黑" charset="0"/>
                <a:ea typeface="微软雅黑" charset="0"/>
                <a:cs typeface="微软雅黑" charset="0"/>
                <a:sym typeface="+mn-ea"/>
              </a:endParaRPr>
            </a:p>
            <a:p>
              <a:pPr algn="ctr">
                <a:lnSpc>
                  <a:spcPct val="120000"/>
                </a:lnSpc>
              </a:pPr>
              <a:r>
                <a:rPr lang="zh-CN" altLang="en-US" sz="1400" b="1" dirty="0">
                  <a:solidFill>
                    <a:schemeClr val="tx1">
                      <a:lumMod val="95000"/>
                      <a:lumOff val="5000"/>
                    </a:schemeClr>
                  </a:solidFill>
                  <a:latin typeface="微软雅黑" charset="0"/>
                  <a:ea typeface="微软雅黑" charset="0"/>
                  <a:sym typeface="+mn-ea"/>
                </a:rPr>
                <a:t>请输入文本请输入文本</a:t>
              </a:r>
              <a:endParaRPr lang="en-US" altLang="zh-CN" sz="1400" b="1" dirty="0">
                <a:solidFill>
                  <a:schemeClr val="tx1">
                    <a:lumMod val="95000"/>
                    <a:lumOff val="5000"/>
                  </a:schemeClr>
                </a:solidFill>
                <a:latin typeface="微软雅黑" charset="0"/>
                <a:ea typeface="微软雅黑" charset="0"/>
              </a:endParaRPr>
            </a:p>
            <a:p>
              <a:pPr algn="ctr">
                <a:lnSpc>
                  <a:spcPct val="120000"/>
                </a:lnSpc>
              </a:pPr>
              <a:r>
                <a:rPr lang="zh-CN" altLang="en-US" sz="1400" b="1" dirty="0">
                  <a:solidFill>
                    <a:schemeClr val="tx1">
                      <a:lumMod val="95000"/>
                      <a:lumOff val="5000"/>
                    </a:schemeClr>
                  </a:solidFill>
                  <a:latin typeface="微软雅黑" charset="0"/>
                  <a:ea typeface="微软雅黑" charset="0"/>
                  <a:sym typeface="+mn-ea"/>
                </a:rPr>
                <a:t>请输入文本请输入文本</a:t>
              </a:r>
              <a:endParaRPr lang="en-US" altLang="zh-CN" sz="1400" b="1" dirty="0">
                <a:solidFill>
                  <a:schemeClr val="tx1">
                    <a:lumMod val="95000"/>
                    <a:lumOff val="5000"/>
                  </a:schemeClr>
                </a:solidFill>
                <a:latin typeface="微软雅黑" charset="0"/>
                <a:ea typeface="微软雅黑" charset="0"/>
              </a:endParaRPr>
            </a:p>
            <a:p>
              <a:pPr algn="ctr">
                <a:lnSpc>
                  <a:spcPct val="120000"/>
                </a:lnSpc>
              </a:pPr>
              <a:endParaRPr lang="en-US" sz="1400" b="1" dirty="0">
                <a:solidFill>
                  <a:schemeClr val="tx1">
                    <a:lumMod val="95000"/>
                    <a:lumOff val="5000"/>
                  </a:schemeClr>
                </a:solidFill>
                <a:latin typeface="微软雅黑" charset="0"/>
                <a:ea typeface="微软雅黑" charset="0"/>
              </a:endParaRPr>
            </a:p>
          </p:txBody>
        </p:sp>
        <p:graphicFrame>
          <p:nvGraphicFramePr>
            <p:cNvPr id="10" name="图表 9">
              <a:extLst>
                <a:ext uri="{FF2B5EF4-FFF2-40B4-BE49-F238E27FC236}">
                  <a16:creationId xmlns:a16="http://schemas.microsoft.com/office/drawing/2014/main" id="{0436777A-C3A1-8D41-0B7C-D8E95B9FC3B3}"/>
                </a:ext>
              </a:extLst>
            </p:cNvPr>
            <p:cNvGraphicFramePr/>
            <p:nvPr>
              <p:extLst>
                <p:ext uri="{D42A27DB-BD31-4B8C-83A1-F6EECF244321}">
                  <p14:modId xmlns:p14="http://schemas.microsoft.com/office/powerpoint/2010/main" val="2602978909"/>
                </p:ext>
              </p:extLst>
            </p:nvPr>
          </p:nvGraphicFramePr>
          <p:xfrm>
            <a:off x="474664" y="3289508"/>
            <a:ext cx="3397975" cy="2418715"/>
          </p:xfrm>
          <a:graphic>
            <a:graphicData uri="http://schemas.openxmlformats.org/drawingml/2006/chart">
              <c:chart xmlns:c="http://schemas.openxmlformats.org/drawingml/2006/chart" xmlns:r="http://schemas.openxmlformats.org/officeDocument/2006/relationships" r:id="rId4"/>
            </a:graphicData>
          </a:graphic>
        </p:graphicFrame>
        <p:sp>
          <p:nvSpPr>
            <p:cNvPr id="32" name="箭头: 下弧形 15">
              <a:extLst>
                <a:ext uri="{FF2B5EF4-FFF2-40B4-BE49-F238E27FC236}">
                  <a16:creationId xmlns:a16="http://schemas.microsoft.com/office/drawing/2014/main" id="{E50F5808-31C8-0E43-4D72-4A99AF935DD5}"/>
                </a:ext>
              </a:extLst>
            </p:cNvPr>
            <p:cNvSpPr/>
            <p:nvPr/>
          </p:nvSpPr>
          <p:spPr>
            <a:xfrm rot="331227">
              <a:off x="557048" y="3998156"/>
              <a:ext cx="2905171" cy="1451732"/>
            </a:xfrm>
            <a:custGeom>
              <a:avLst/>
              <a:gdLst>
                <a:gd name="connsiteX0" fmla="*/ 6881301 w 7367772"/>
                <a:gd name="connsiteY0" fmla="*/ 0 h 1945883"/>
                <a:gd name="connsiteX1" fmla="*/ 7262379 w 7367772"/>
                <a:gd name="connsiteY1" fmla="*/ 486471 h 1945883"/>
                <a:gd name="connsiteX2" fmla="*/ 7019144 w 7367772"/>
                <a:gd name="connsiteY2" fmla="*/ 486471 h 1945883"/>
                <a:gd name="connsiteX3" fmla="*/ 3562269 w 7367772"/>
                <a:gd name="connsiteY3" fmla="*/ 1940651 h 1945883"/>
                <a:gd name="connsiteX4" fmla="*/ 6532673 w 7367772"/>
                <a:gd name="connsiteY4" fmla="*/ 486471 h 1945883"/>
                <a:gd name="connsiteX5" fmla="*/ 6289437 w 7367772"/>
                <a:gd name="connsiteY5" fmla="*/ 486471 h 1945883"/>
                <a:gd name="connsiteX6" fmla="*/ 6881301 w 7367772"/>
                <a:gd name="connsiteY6" fmla="*/ 0 h 1945883"/>
                <a:gd name="connsiteX0-1" fmla="*/ 3319033 w 7367772"/>
                <a:gd name="connsiteY0-2" fmla="*/ 1945883 h 1945883"/>
                <a:gd name="connsiteX1-3" fmla="*/ 0 w 7367772"/>
                <a:gd name="connsiteY1-4" fmla="*/ 0 h 1945883"/>
                <a:gd name="connsiteX2-5" fmla="*/ 486471 w 7367772"/>
                <a:gd name="connsiteY2-6" fmla="*/ 0 h 1945883"/>
                <a:gd name="connsiteX3-7" fmla="*/ 3805504 w 7367772"/>
                <a:gd name="connsiteY3-8" fmla="*/ 1945883 h 1945883"/>
                <a:gd name="connsiteX4-9" fmla="*/ 3319033 w 7367772"/>
                <a:gd name="connsiteY4-10" fmla="*/ 1945883 h 1945883"/>
                <a:gd name="connsiteX0-11" fmla="*/ 3562268 w 7367772"/>
                <a:gd name="connsiteY0-12" fmla="*/ 1940651 h 1945883"/>
                <a:gd name="connsiteX1-13" fmla="*/ 6532672 w 7367772"/>
                <a:gd name="connsiteY1-14" fmla="*/ 486471 h 1945883"/>
                <a:gd name="connsiteX2-15" fmla="*/ 6289437 w 7367772"/>
                <a:gd name="connsiteY2-16" fmla="*/ 486471 h 1945883"/>
                <a:gd name="connsiteX3-17" fmla="*/ 6881301 w 7367772"/>
                <a:gd name="connsiteY3-18" fmla="*/ 0 h 1945883"/>
                <a:gd name="connsiteX4-19" fmla="*/ 7262379 w 7367772"/>
                <a:gd name="connsiteY4-20" fmla="*/ 486471 h 1945883"/>
                <a:gd name="connsiteX5-21" fmla="*/ 7019144 w 7367772"/>
                <a:gd name="connsiteY5-22" fmla="*/ 486471 h 1945883"/>
                <a:gd name="connsiteX6-23" fmla="*/ 3805504 w 7367772"/>
                <a:gd name="connsiteY6-24" fmla="*/ 1945883 h 1945883"/>
                <a:gd name="connsiteX7" fmla="*/ 3319033 w 7367772"/>
                <a:gd name="connsiteY7" fmla="*/ 1945883 h 1945883"/>
                <a:gd name="connsiteX8" fmla="*/ 0 w 7367772"/>
                <a:gd name="connsiteY8" fmla="*/ 0 h 1945883"/>
                <a:gd name="connsiteX9" fmla="*/ 486471 w 7367772"/>
                <a:gd name="connsiteY9" fmla="*/ 0 h 1945883"/>
                <a:gd name="connsiteX10" fmla="*/ 3805504 w 7367772"/>
                <a:gd name="connsiteY10" fmla="*/ 1945883 h 1945883"/>
                <a:gd name="connsiteX0-25" fmla="*/ 6881301 w 7262379"/>
                <a:gd name="connsiteY0-26" fmla="*/ 0 h 1945935"/>
                <a:gd name="connsiteX1-27" fmla="*/ 7262379 w 7262379"/>
                <a:gd name="connsiteY1-28" fmla="*/ 486471 h 1945935"/>
                <a:gd name="connsiteX2-29" fmla="*/ 7019144 w 7262379"/>
                <a:gd name="connsiteY2-30" fmla="*/ 486471 h 1945935"/>
                <a:gd name="connsiteX3-31" fmla="*/ 3562269 w 7262379"/>
                <a:gd name="connsiteY3-32" fmla="*/ 1940651 h 1945935"/>
                <a:gd name="connsiteX4-33" fmla="*/ 6532673 w 7262379"/>
                <a:gd name="connsiteY4-34" fmla="*/ 486471 h 1945935"/>
                <a:gd name="connsiteX5-35" fmla="*/ 6289437 w 7262379"/>
                <a:gd name="connsiteY5-36" fmla="*/ 486471 h 1945935"/>
                <a:gd name="connsiteX6-37" fmla="*/ 6881301 w 7262379"/>
                <a:gd name="connsiteY6-38" fmla="*/ 0 h 1945935"/>
                <a:gd name="connsiteX0-39" fmla="*/ 3319033 w 7262379"/>
                <a:gd name="connsiteY0-40" fmla="*/ 1945883 h 1945935"/>
                <a:gd name="connsiteX1-41" fmla="*/ 0 w 7262379"/>
                <a:gd name="connsiteY1-42" fmla="*/ 0 h 1945935"/>
                <a:gd name="connsiteX2-43" fmla="*/ 486471 w 7262379"/>
                <a:gd name="connsiteY2-44" fmla="*/ 0 h 1945935"/>
                <a:gd name="connsiteX3-45" fmla="*/ 3805504 w 7262379"/>
                <a:gd name="connsiteY3-46" fmla="*/ 1945883 h 1945935"/>
                <a:gd name="connsiteX4-47" fmla="*/ 3319033 w 7262379"/>
                <a:gd name="connsiteY4-48" fmla="*/ 1945883 h 1945935"/>
                <a:gd name="connsiteX0-49" fmla="*/ 3562268 w 7262379"/>
                <a:gd name="connsiteY0-50" fmla="*/ 1940651 h 1945935"/>
                <a:gd name="connsiteX1-51" fmla="*/ 6532672 w 7262379"/>
                <a:gd name="connsiteY1-52" fmla="*/ 486471 h 1945935"/>
                <a:gd name="connsiteX2-53" fmla="*/ 6289437 w 7262379"/>
                <a:gd name="connsiteY2-54" fmla="*/ 486471 h 1945935"/>
                <a:gd name="connsiteX3-55" fmla="*/ 6881301 w 7262379"/>
                <a:gd name="connsiteY3-56" fmla="*/ 0 h 1945935"/>
                <a:gd name="connsiteX4-57" fmla="*/ 7262379 w 7262379"/>
                <a:gd name="connsiteY4-58" fmla="*/ 486471 h 1945935"/>
                <a:gd name="connsiteX5-59" fmla="*/ 7019144 w 7262379"/>
                <a:gd name="connsiteY5-60" fmla="*/ 486471 h 1945935"/>
                <a:gd name="connsiteX6-61" fmla="*/ 3805504 w 7262379"/>
                <a:gd name="connsiteY6-62" fmla="*/ 1945883 h 1945935"/>
                <a:gd name="connsiteX7-63" fmla="*/ 3319033 w 7262379"/>
                <a:gd name="connsiteY7-64" fmla="*/ 1945883 h 1945935"/>
                <a:gd name="connsiteX8-65" fmla="*/ 0 w 7262379"/>
                <a:gd name="connsiteY8-66" fmla="*/ 0 h 1945935"/>
                <a:gd name="connsiteX9-67" fmla="*/ 3805504 w 7262379"/>
                <a:gd name="connsiteY9-68" fmla="*/ 1945883 h 1945935"/>
                <a:gd name="connsiteX0-69" fmla="*/ 6881301 w 7262379"/>
                <a:gd name="connsiteY0-70" fmla="*/ 0 h 1945935"/>
                <a:gd name="connsiteX1-71" fmla="*/ 7262379 w 7262379"/>
                <a:gd name="connsiteY1-72" fmla="*/ 486471 h 1945935"/>
                <a:gd name="connsiteX2-73" fmla="*/ 7019144 w 7262379"/>
                <a:gd name="connsiteY2-74" fmla="*/ 486471 h 1945935"/>
                <a:gd name="connsiteX3-75" fmla="*/ 3562269 w 7262379"/>
                <a:gd name="connsiteY3-76" fmla="*/ 1940651 h 1945935"/>
                <a:gd name="connsiteX4-77" fmla="*/ 6532673 w 7262379"/>
                <a:gd name="connsiteY4-78" fmla="*/ 486471 h 1945935"/>
                <a:gd name="connsiteX5-79" fmla="*/ 6289437 w 7262379"/>
                <a:gd name="connsiteY5-80" fmla="*/ 486471 h 1945935"/>
                <a:gd name="connsiteX6-81" fmla="*/ 6881301 w 7262379"/>
                <a:gd name="connsiteY6-82" fmla="*/ 0 h 1945935"/>
                <a:gd name="connsiteX0-83" fmla="*/ 3319033 w 7262379"/>
                <a:gd name="connsiteY0-84" fmla="*/ 1945883 h 1945935"/>
                <a:gd name="connsiteX1-85" fmla="*/ 0 w 7262379"/>
                <a:gd name="connsiteY1-86" fmla="*/ 0 h 1945935"/>
                <a:gd name="connsiteX2-87" fmla="*/ 486471 w 7262379"/>
                <a:gd name="connsiteY2-88" fmla="*/ 0 h 1945935"/>
                <a:gd name="connsiteX3-89" fmla="*/ 3805504 w 7262379"/>
                <a:gd name="connsiteY3-90" fmla="*/ 1945883 h 1945935"/>
                <a:gd name="connsiteX4-91" fmla="*/ 3319033 w 7262379"/>
                <a:gd name="connsiteY4-92" fmla="*/ 1945883 h 1945935"/>
                <a:gd name="connsiteX0-93" fmla="*/ 3562268 w 7262379"/>
                <a:gd name="connsiteY0-94" fmla="*/ 1940651 h 1945935"/>
                <a:gd name="connsiteX1-95" fmla="*/ 6532672 w 7262379"/>
                <a:gd name="connsiteY1-96" fmla="*/ 486471 h 1945935"/>
                <a:gd name="connsiteX2-97" fmla="*/ 6289437 w 7262379"/>
                <a:gd name="connsiteY2-98" fmla="*/ 486471 h 1945935"/>
                <a:gd name="connsiteX3-99" fmla="*/ 6881301 w 7262379"/>
                <a:gd name="connsiteY3-100" fmla="*/ 0 h 1945935"/>
                <a:gd name="connsiteX4-101" fmla="*/ 7262379 w 7262379"/>
                <a:gd name="connsiteY4-102" fmla="*/ 486471 h 1945935"/>
                <a:gd name="connsiteX5-103" fmla="*/ 7019144 w 7262379"/>
                <a:gd name="connsiteY5-104" fmla="*/ 486471 h 1945935"/>
                <a:gd name="connsiteX6-105" fmla="*/ 3805504 w 7262379"/>
                <a:gd name="connsiteY6-106" fmla="*/ 1945883 h 1945935"/>
                <a:gd name="connsiteX7-107" fmla="*/ 3319033 w 7262379"/>
                <a:gd name="connsiteY7-108" fmla="*/ 1945883 h 1945935"/>
                <a:gd name="connsiteX8-109" fmla="*/ 3805504 w 7262379"/>
                <a:gd name="connsiteY8-110" fmla="*/ 1945883 h 1945935"/>
                <a:gd name="connsiteX0-111" fmla="*/ 6881301 w 7262379"/>
                <a:gd name="connsiteY0-112" fmla="*/ 0 h 1945935"/>
                <a:gd name="connsiteX1-113" fmla="*/ 7262379 w 7262379"/>
                <a:gd name="connsiteY1-114" fmla="*/ 486471 h 1945935"/>
                <a:gd name="connsiteX2-115" fmla="*/ 7019144 w 7262379"/>
                <a:gd name="connsiteY2-116" fmla="*/ 486471 h 1945935"/>
                <a:gd name="connsiteX3-117" fmla="*/ 3562269 w 7262379"/>
                <a:gd name="connsiteY3-118" fmla="*/ 1940651 h 1945935"/>
                <a:gd name="connsiteX4-119" fmla="*/ 6532673 w 7262379"/>
                <a:gd name="connsiteY4-120" fmla="*/ 486471 h 1945935"/>
                <a:gd name="connsiteX5-121" fmla="*/ 6289437 w 7262379"/>
                <a:gd name="connsiteY5-122" fmla="*/ 486471 h 1945935"/>
                <a:gd name="connsiteX6-123" fmla="*/ 6881301 w 7262379"/>
                <a:gd name="connsiteY6-124" fmla="*/ 0 h 1945935"/>
                <a:gd name="connsiteX0-125" fmla="*/ 3319033 w 7262379"/>
                <a:gd name="connsiteY0-126" fmla="*/ 1945883 h 1945935"/>
                <a:gd name="connsiteX1-127" fmla="*/ 0 w 7262379"/>
                <a:gd name="connsiteY1-128" fmla="*/ 0 h 1945935"/>
                <a:gd name="connsiteX2-129" fmla="*/ 3805504 w 7262379"/>
                <a:gd name="connsiteY2-130" fmla="*/ 1945883 h 1945935"/>
                <a:gd name="connsiteX3-131" fmla="*/ 3319033 w 7262379"/>
                <a:gd name="connsiteY3-132" fmla="*/ 1945883 h 1945935"/>
                <a:gd name="connsiteX0-133" fmla="*/ 3562268 w 7262379"/>
                <a:gd name="connsiteY0-134" fmla="*/ 1940651 h 1945935"/>
                <a:gd name="connsiteX1-135" fmla="*/ 6532672 w 7262379"/>
                <a:gd name="connsiteY1-136" fmla="*/ 486471 h 1945935"/>
                <a:gd name="connsiteX2-137" fmla="*/ 6289437 w 7262379"/>
                <a:gd name="connsiteY2-138" fmla="*/ 486471 h 1945935"/>
                <a:gd name="connsiteX3-139" fmla="*/ 6881301 w 7262379"/>
                <a:gd name="connsiteY3-140" fmla="*/ 0 h 1945935"/>
                <a:gd name="connsiteX4-141" fmla="*/ 7262379 w 7262379"/>
                <a:gd name="connsiteY4-142" fmla="*/ 486471 h 1945935"/>
                <a:gd name="connsiteX5-143" fmla="*/ 7019144 w 7262379"/>
                <a:gd name="connsiteY5-144" fmla="*/ 486471 h 1945935"/>
                <a:gd name="connsiteX6-145" fmla="*/ 3805504 w 7262379"/>
                <a:gd name="connsiteY6-146" fmla="*/ 1945883 h 1945935"/>
                <a:gd name="connsiteX7-147" fmla="*/ 3319033 w 7262379"/>
                <a:gd name="connsiteY7-148" fmla="*/ 1945883 h 1945935"/>
                <a:gd name="connsiteX8-149" fmla="*/ 3805504 w 7262379"/>
                <a:gd name="connsiteY8-150" fmla="*/ 1945883 h 1945935"/>
                <a:gd name="connsiteX0-151" fmla="*/ 3562268 w 3943346"/>
                <a:gd name="connsiteY0-152" fmla="*/ 0 h 1945935"/>
                <a:gd name="connsiteX1-153" fmla="*/ 3943346 w 3943346"/>
                <a:gd name="connsiteY1-154" fmla="*/ 486471 h 1945935"/>
                <a:gd name="connsiteX2-155" fmla="*/ 3700111 w 3943346"/>
                <a:gd name="connsiteY2-156" fmla="*/ 486471 h 1945935"/>
                <a:gd name="connsiteX3-157" fmla="*/ 243236 w 3943346"/>
                <a:gd name="connsiteY3-158" fmla="*/ 1940651 h 1945935"/>
                <a:gd name="connsiteX4-159" fmla="*/ 3213640 w 3943346"/>
                <a:gd name="connsiteY4-160" fmla="*/ 486471 h 1945935"/>
                <a:gd name="connsiteX5-161" fmla="*/ 2970404 w 3943346"/>
                <a:gd name="connsiteY5-162" fmla="*/ 486471 h 1945935"/>
                <a:gd name="connsiteX6-163" fmla="*/ 3562268 w 3943346"/>
                <a:gd name="connsiteY6-164" fmla="*/ 0 h 1945935"/>
                <a:gd name="connsiteX0-165" fmla="*/ 0 w 3943346"/>
                <a:gd name="connsiteY0-166" fmla="*/ 1945883 h 1945935"/>
                <a:gd name="connsiteX1-167" fmla="*/ 486471 w 3943346"/>
                <a:gd name="connsiteY1-168" fmla="*/ 1945883 h 1945935"/>
                <a:gd name="connsiteX2-169" fmla="*/ 0 w 3943346"/>
                <a:gd name="connsiteY2-170" fmla="*/ 1945883 h 1945935"/>
                <a:gd name="connsiteX0-171" fmla="*/ 243235 w 3943346"/>
                <a:gd name="connsiteY0-172" fmla="*/ 1940651 h 1945935"/>
                <a:gd name="connsiteX1-173" fmla="*/ 3213639 w 3943346"/>
                <a:gd name="connsiteY1-174" fmla="*/ 486471 h 1945935"/>
                <a:gd name="connsiteX2-175" fmla="*/ 2970404 w 3943346"/>
                <a:gd name="connsiteY2-176" fmla="*/ 486471 h 1945935"/>
                <a:gd name="connsiteX3-177" fmla="*/ 3562268 w 3943346"/>
                <a:gd name="connsiteY3-178" fmla="*/ 0 h 1945935"/>
                <a:gd name="connsiteX4-179" fmla="*/ 3943346 w 3943346"/>
                <a:gd name="connsiteY4-180" fmla="*/ 486471 h 1945935"/>
                <a:gd name="connsiteX5-181" fmla="*/ 3700111 w 3943346"/>
                <a:gd name="connsiteY5-182" fmla="*/ 486471 h 1945935"/>
                <a:gd name="connsiteX6-183" fmla="*/ 486471 w 3943346"/>
                <a:gd name="connsiteY6-184" fmla="*/ 1945883 h 1945935"/>
                <a:gd name="connsiteX7-185" fmla="*/ 0 w 3943346"/>
                <a:gd name="connsiteY7-186" fmla="*/ 1945883 h 1945935"/>
                <a:gd name="connsiteX8-187" fmla="*/ 486471 w 3943346"/>
                <a:gd name="connsiteY8-188" fmla="*/ 1945883 h 194593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23" y="connsiteY6-24"/>
                </a:cxn>
                <a:cxn ang="0">
                  <a:pos x="connsiteX7-63" y="connsiteY7-64"/>
                </a:cxn>
                <a:cxn ang="0">
                  <a:pos x="connsiteX8-65" y="connsiteY8-66"/>
                </a:cxn>
              </a:cxnLst>
              <a:rect l="l" t="t" r="r" b="b"/>
              <a:pathLst>
                <a:path w="3943346" h="1945935" stroke="0" extrusionOk="0">
                  <a:moveTo>
                    <a:pt x="3562268" y="0"/>
                  </a:moveTo>
                  <a:lnTo>
                    <a:pt x="3943346" y="486471"/>
                  </a:lnTo>
                  <a:lnTo>
                    <a:pt x="3700111" y="486471"/>
                  </a:lnTo>
                  <a:cubicBezTo>
                    <a:pt x="3298936" y="1397400"/>
                    <a:pt x="1843619" y="2009598"/>
                    <a:pt x="243236" y="1940651"/>
                  </a:cubicBezTo>
                  <a:cubicBezTo>
                    <a:pt x="1662794" y="1879494"/>
                    <a:pt x="2857794" y="1294475"/>
                    <a:pt x="3213640" y="486471"/>
                  </a:cubicBezTo>
                  <a:lnTo>
                    <a:pt x="2970404" y="486471"/>
                  </a:lnTo>
                  <a:lnTo>
                    <a:pt x="3562268" y="0"/>
                  </a:lnTo>
                  <a:close/>
                </a:path>
                <a:path w="3943346" h="1945935" fill="darkenLess" stroke="0" extrusionOk="0">
                  <a:moveTo>
                    <a:pt x="0" y="1945883"/>
                  </a:moveTo>
                  <a:lnTo>
                    <a:pt x="486471" y="1945883"/>
                  </a:lnTo>
                  <a:lnTo>
                    <a:pt x="0" y="1945883"/>
                  </a:lnTo>
                  <a:close/>
                </a:path>
                <a:path w="3943346" h="1945935" fill="none" extrusionOk="0">
                  <a:moveTo>
                    <a:pt x="243235" y="1940651"/>
                  </a:moveTo>
                  <a:cubicBezTo>
                    <a:pt x="1662793" y="1879494"/>
                    <a:pt x="2857793" y="1294475"/>
                    <a:pt x="3213639" y="486471"/>
                  </a:cubicBezTo>
                  <a:lnTo>
                    <a:pt x="2970404" y="486471"/>
                  </a:lnTo>
                  <a:lnTo>
                    <a:pt x="3562268" y="0"/>
                  </a:lnTo>
                  <a:lnTo>
                    <a:pt x="3943346" y="486471"/>
                  </a:lnTo>
                  <a:lnTo>
                    <a:pt x="3700111" y="486471"/>
                  </a:lnTo>
                  <a:cubicBezTo>
                    <a:pt x="3321743" y="1345614"/>
                    <a:pt x="1999945" y="1945883"/>
                    <a:pt x="486471" y="1945883"/>
                  </a:cubicBezTo>
                  <a:lnTo>
                    <a:pt x="0" y="1945883"/>
                  </a:lnTo>
                  <a:lnTo>
                    <a:pt x="486471" y="1945883"/>
                  </a:lnTo>
                </a:path>
              </a:pathLst>
            </a:custGeom>
            <a:gradFill>
              <a:gsLst>
                <a:gs pos="93000">
                  <a:srgbClr val="F0CA69"/>
                </a:gs>
                <a:gs pos="0">
                  <a:srgbClr val="D0983A"/>
                </a:gs>
              </a:gsLst>
              <a:lin ang="5400000" scaled="1"/>
            </a:gra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kern="0" dirty="0">
                <a:solidFill>
                  <a:srgbClr val="5B9BD5">
                    <a:lumMod val="50000"/>
                  </a:srgbClr>
                </a:solidFill>
                <a:effectLst>
                  <a:outerShdw blurRad="50800" dist="38100" dir="10800000" algn="r" rotWithShape="0">
                    <a:prstClr val="black">
                      <a:alpha val="40000"/>
                    </a:prstClr>
                  </a:outerShdw>
                </a:effectLst>
                <a:latin typeface="思源宋体 CN Heavy" panose="02020900000000000000" pitchFamily="18" charset="-122"/>
                <a:ea typeface="思源宋体 CN Heavy" panose="02020900000000000000" pitchFamily="18" charset="-122"/>
              </a:endParaRPr>
            </a:p>
          </p:txBody>
        </p:sp>
      </p:grpSp>
      <p:grpSp>
        <p:nvGrpSpPr>
          <p:cNvPr id="54" name="组合 53">
            <a:extLst>
              <a:ext uri="{FF2B5EF4-FFF2-40B4-BE49-F238E27FC236}">
                <a16:creationId xmlns:a16="http://schemas.microsoft.com/office/drawing/2014/main" id="{8932D519-13B6-D5E5-0356-047555561CDC}"/>
              </a:ext>
            </a:extLst>
          </p:cNvPr>
          <p:cNvGrpSpPr/>
          <p:nvPr/>
        </p:nvGrpSpPr>
        <p:grpSpPr>
          <a:xfrm>
            <a:off x="4318656" y="1040043"/>
            <a:ext cx="3625669" cy="5207019"/>
            <a:chOff x="360817" y="-5881857"/>
            <a:chExt cx="3625669" cy="5207019"/>
          </a:xfrm>
        </p:grpSpPr>
        <p:grpSp>
          <p:nvGrpSpPr>
            <p:cNvPr id="55" name="组合 54">
              <a:extLst>
                <a:ext uri="{FF2B5EF4-FFF2-40B4-BE49-F238E27FC236}">
                  <a16:creationId xmlns:a16="http://schemas.microsoft.com/office/drawing/2014/main" id="{CF043713-394A-CE84-1627-70EB40AC73FD}"/>
                </a:ext>
              </a:extLst>
            </p:cNvPr>
            <p:cNvGrpSpPr/>
            <p:nvPr/>
          </p:nvGrpSpPr>
          <p:grpSpPr>
            <a:xfrm>
              <a:off x="360817" y="-5881857"/>
              <a:ext cx="3625669" cy="5207019"/>
              <a:chOff x="360817" y="-5881857"/>
              <a:chExt cx="3625669" cy="5207019"/>
            </a:xfrm>
          </p:grpSpPr>
          <p:sp>
            <p:nvSpPr>
              <p:cNvPr id="57" name="矩形: 圆角 56">
                <a:extLst>
                  <a:ext uri="{FF2B5EF4-FFF2-40B4-BE49-F238E27FC236}">
                    <a16:creationId xmlns:a16="http://schemas.microsoft.com/office/drawing/2014/main" id="{E9733C1D-582D-4849-FD0A-000F4C0F9046}"/>
                  </a:ext>
                </a:extLst>
              </p:cNvPr>
              <p:cNvSpPr/>
              <p:nvPr/>
            </p:nvSpPr>
            <p:spPr>
              <a:xfrm>
                <a:off x="360817" y="-5881857"/>
                <a:ext cx="3625669" cy="5207019"/>
              </a:xfrm>
              <a:prstGeom prst="roundRect">
                <a:avLst>
                  <a:gd name="adj" fmla="val 4954"/>
                </a:avLst>
              </a:prstGeom>
              <a:solidFill>
                <a:schemeClr val="bg1"/>
              </a:solidFill>
              <a:ln>
                <a:noFill/>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Times New Roman" panose="02020603050405020304" pitchFamily="18" charset="0"/>
                </a:endParaRPr>
              </a:p>
            </p:txBody>
          </p:sp>
          <p:grpSp>
            <p:nvGrpSpPr>
              <p:cNvPr id="58" name="组合 57">
                <a:extLst>
                  <a:ext uri="{FF2B5EF4-FFF2-40B4-BE49-F238E27FC236}">
                    <a16:creationId xmlns:a16="http://schemas.microsoft.com/office/drawing/2014/main" id="{B6A17411-B648-E3A0-56C0-834E7D830805}"/>
                  </a:ext>
                </a:extLst>
              </p:cNvPr>
              <p:cNvGrpSpPr/>
              <p:nvPr/>
            </p:nvGrpSpPr>
            <p:grpSpPr>
              <a:xfrm>
                <a:off x="1072561" y="-5661797"/>
                <a:ext cx="2202180" cy="912286"/>
                <a:chOff x="1324860" y="1017578"/>
                <a:chExt cx="2202180" cy="912286"/>
              </a:xfrm>
            </p:grpSpPr>
            <p:sp>
              <p:nvSpPr>
                <p:cNvPr id="62" name="文本框 4">
                  <a:extLst>
                    <a:ext uri="{FF2B5EF4-FFF2-40B4-BE49-F238E27FC236}">
                      <a16:creationId xmlns:a16="http://schemas.microsoft.com/office/drawing/2014/main" id="{49515CC2-6D9F-3FB4-31FA-EB4E2E09EAF5}"/>
                    </a:ext>
                  </a:extLst>
                </p:cNvPr>
                <p:cNvSpPr txBox="1"/>
                <p:nvPr/>
              </p:nvSpPr>
              <p:spPr>
                <a:xfrm>
                  <a:off x="1579495" y="1017578"/>
                  <a:ext cx="1692910" cy="461665"/>
                </a:xfrm>
                <a:prstGeom prst="rect">
                  <a:avLst/>
                </a:prstGeom>
                <a:noFill/>
              </p:spPr>
              <p:txBody>
                <a:bodyPr wrap="square"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latin typeface="微软雅黑" charset="0"/>
                      <a:ea typeface="微软雅黑" charset="0"/>
                    </a:rPr>
                    <a:t>输入文本</a:t>
                  </a:r>
                </a:p>
              </p:txBody>
            </p:sp>
            <p:sp>
              <p:nvSpPr>
                <p:cNvPr id="63" name="文本框 8">
                  <a:extLst>
                    <a:ext uri="{FF2B5EF4-FFF2-40B4-BE49-F238E27FC236}">
                      <a16:creationId xmlns:a16="http://schemas.microsoft.com/office/drawing/2014/main" id="{0134E66C-73CE-2848-B084-B1FE938D2F2A}"/>
                    </a:ext>
                  </a:extLst>
                </p:cNvPr>
                <p:cNvSpPr txBox="1"/>
                <p:nvPr/>
              </p:nvSpPr>
              <p:spPr>
                <a:xfrm>
                  <a:off x="1324860" y="1591310"/>
                  <a:ext cx="2202180"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dirty="0">
                      <a:latin typeface="微软雅黑" charset="0"/>
                      <a:ea typeface="微软雅黑" charset="0"/>
                    </a:rPr>
                    <a:t>请输入文本</a:t>
                  </a:r>
                </a:p>
              </p:txBody>
            </p:sp>
          </p:grpSp>
          <p:grpSp>
            <p:nvGrpSpPr>
              <p:cNvPr id="59" name="组合 58">
                <a:extLst>
                  <a:ext uri="{FF2B5EF4-FFF2-40B4-BE49-F238E27FC236}">
                    <a16:creationId xmlns:a16="http://schemas.microsoft.com/office/drawing/2014/main" id="{0BF54B45-B9F0-9CFA-11AD-606585773CB1}"/>
                  </a:ext>
                </a:extLst>
              </p:cNvPr>
              <p:cNvGrpSpPr/>
              <p:nvPr/>
            </p:nvGrpSpPr>
            <p:grpSpPr>
              <a:xfrm>
                <a:off x="372026" y="-5799730"/>
                <a:ext cx="3603250" cy="1050155"/>
                <a:chOff x="397667" y="-5799730"/>
                <a:chExt cx="3603250" cy="1050155"/>
              </a:xfrm>
            </p:grpSpPr>
            <p:pic>
              <p:nvPicPr>
                <p:cNvPr id="60" name="图片 59">
                  <a:extLst>
                    <a:ext uri="{FF2B5EF4-FFF2-40B4-BE49-F238E27FC236}">
                      <a16:creationId xmlns:a16="http://schemas.microsoft.com/office/drawing/2014/main" id="{E97AFC05-7D99-14F0-099F-D551ABDE8B4F}"/>
                    </a:ext>
                  </a:extLst>
                </p:cNvPr>
                <p:cNvPicPr>
                  <a:picLocks noChangeAspect="1"/>
                </p:cNvPicPr>
                <p:nvPr/>
              </p:nvPicPr>
              <p:blipFill>
                <a:blip r:embed="rId3"/>
                <a:srcRect t="20717" r="42851" b="19777"/>
                <a:stretch/>
              </p:blipFill>
              <p:spPr>
                <a:xfrm rot="272935">
                  <a:off x="397667" y="-5799730"/>
                  <a:ext cx="793432" cy="1050155"/>
                </a:xfrm>
                <a:prstGeom prst="rect">
                  <a:avLst/>
                </a:prstGeom>
                <a:effectLst>
                  <a:outerShdw blurRad="190500" dist="127000" dir="8100000" algn="tr" rotWithShape="0">
                    <a:schemeClr val="accent1">
                      <a:lumMod val="50000"/>
                      <a:alpha val="30000"/>
                    </a:schemeClr>
                  </a:outerShdw>
                </a:effectLst>
              </p:spPr>
            </p:pic>
            <p:pic>
              <p:nvPicPr>
                <p:cNvPr id="61" name="图片 60">
                  <a:extLst>
                    <a:ext uri="{FF2B5EF4-FFF2-40B4-BE49-F238E27FC236}">
                      <a16:creationId xmlns:a16="http://schemas.microsoft.com/office/drawing/2014/main" id="{7F66D7DD-F802-52BC-F58E-95A46E859E37}"/>
                    </a:ext>
                  </a:extLst>
                </p:cNvPr>
                <p:cNvPicPr>
                  <a:picLocks noChangeAspect="1"/>
                </p:cNvPicPr>
                <p:nvPr/>
              </p:nvPicPr>
              <p:blipFill>
                <a:blip r:embed="rId3"/>
                <a:srcRect t="20717" r="42851" b="19777"/>
                <a:stretch/>
              </p:blipFill>
              <p:spPr>
                <a:xfrm rot="21327065" flipH="1">
                  <a:off x="3207485" y="-5799730"/>
                  <a:ext cx="793432" cy="1050155"/>
                </a:xfrm>
                <a:prstGeom prst="rect">
                  <a:avLst/>
                </a:prstGeom>
                <a:effectLst>
                  <a:outerShdw blurRad="190500" dist="127000" dir="8100000" algn="tr" rotWithShape="0">
                    <a:schemeClr val="accent1">
                      <a:lumMod val="50000"/>
                      <a:alpha val="30000"/>
                    </a:schemeClr>
                  </a:outerShdw>
                </a:effectLst>
              </p:spPr>
            </p:pic>
          </p:grpSp>
        </p:grpSp>
        <p:cxnSp>
          <p:nvCxnSpPr>
            <p:cNvPr id="56" name="直接连接符 55">
              <a:extLst>
                <a:ext uri="{FF2B5EF4-FFF2-40B4-BE49-F238E27FC236}">
                  <a16:creationId xmlns:a16="http://schemas.microsoft.com/office/drawing/2014/main" id="{637C971F-2F96-6F9F-A35D-CBFE1083538D}"/>
                </a:ext>
              </a:extLst>
            </p:cNvPr>
            <p:cNvCxnSpPr>
              <a:cxnSpLocks/>
            </p:cNvCxnSpPr>
            <p:nvPr/>
          </p:nvCxnSpPr>
          <p:spPr>
            <a:xfrm flipV="1">
              <a:off x="407465" y="-5872232"/>
              <a:ext cx="3528989" cy="7124"/>
            </a:xfrm>
            <a:prstGeom prst="line">
              <a:avLst/>
            </a:prstGeom>
            <a:ln w="38100"/>
            <a:effectLst>
              <a:outerShdw blurRad="50800" dist="38100" dir="16200000"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grpSp>
        <p:nvGrpSpPr>
          <p:cNvPr id="64" name="组合 63">
            <a:extLst>
              <a:ext uri="{FF2B5EF4-FFF2-40B4-BE49-F238E27FC236}">
                <a16:creationId xmlns:a16="http://schemas.microsoft.com/office/drawing/2014/main" id="{2506A67A-7503-4836-3B8C-F58B7E965DE7}"/>
              </a:ext>
            </a:extLst>
          </p:cNvPr>
          <p:cNvGrpSpPr/>
          <p:nvPr/>
        </p:nvGrpSpPr>
        <p:grpSpPr>
          <a:xfrm>
            <a:off x="8276495" y="1040043"/>
            <a:ext cx="3625669" cy="5207019"/>
            <a:chOff x="360817" y="-5881857"/>
            <a:chExt cx="3625669" cy="5207019"/>
          </a:xfrm>
        </p:grpSpPr>
        <p:grpSp>
          <p:nvGrpSpPr>
            <p:cNvPr id="65" name="组合 64">
              <a:extLst>
                <a:ext uri="{FF2B5EF4-FFF2-40B4-BE49-F238E27FC236}">
                  <a16:creationId xmlns:a16="http://schemas.microsoft.com/office/drawing/2014/main" id="{287AACE3-0A03-E9D8-C58E-D14B7C17DC03}"/>
                </a:ext>
              </a:extLst>
            </p:cNvPr>
            <p:cNvGrpSpPr/>
            <p:nvPr/>
          </p:nvGrpSpPr>
          <p:grpSpPr>
            <a:xfrm>
              <a:off x="360817" y="-5881857"/>
              <a:ext cx="3625669" cy="5207019"/>
              <a:chOff x="360817" y="-5881857"/>
              <a:chExt cx="3625669" cy="5207019"/>
            </a:xfrm>
          </p:grpSpPr>
          <p:sp>
            <p:nvSpPr>
              <p:cNvPr id="67" name="矩形: 圆角 66">
                <a:extLst>
                  <a:ext uri="{FF2B5EF4-FFF2-40B4-BE49-F238E27FC236}">
                    <a16:creationId xmlns:a16="http://schemas.microsoft.com/office/drawing/2014/main" id="{73B34C75-4900-EC17-87C0-E6099B24C21C}"/>
                  </a:ext>
                </a:extLst>
              </p:cNvPr>
              <p:cNvSpPr/>
              <p:nvPr/>
            </p:nvSpPr>
            <p:spPr>
              <a:xfrm>
                <a:off x="360817" y="-5881857"/>
                <a:ext cx="3625669" cy="5207019"/>
              </a:xfrm>
              <a:prstGeom prst="roundRect">
                <a:avLst>
                  <a:gd name="adj" fmla="val 4954"/>
                </a:avLst>
              </a:prstGeom>
              <a:solidFill>
                <a:schemeClr val="bg1"/>
              </a:solidFill>
              <a:ln>
                <a:noFill/>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Times New Roman" panose="02020603050405020304" pitchFamily="18" charset="0"/>
                </a:endParaRPr>
              </a:p>
            </p:txBody>
          </p:sp>
          <p:grpSp>
            <p:nvGrpSpPr>
              <p:cNvPr id="68" name="组合 67">
                <a:extLst>
                  <a:ext uri="{FF2B5EF4-FFF2-40B4-BE49-F238E27FC236}">
                    <a16:creationId xmlns:a16="http://schemas.microsoft.com/office/drawing/2014/main" id="{BABE86DA-F9AA-FC23-5C3C-B89E6B408FD5}"/>
                  </a:ext>
                </a:extLst>
              </p:cNvPr>
              <p:cNvGrpSpPr/>
              <p:nvPr/>
            </p:nvGrpSpPr>
            <p:grpSpPr>
              <a:xfrm>
                <a:off x="1072561" y="-5661797"/>
                <a:ext cx="2202180" cy="912286"/>
                <a:chOff x="1324860" y="1017578"/>
                <a:chExt cx="2202180" cy="912286"/>
              </a:xfrm>
            </p:grpSpPr>
            <p:sp>
              <p:nvSpPr>
                <p:cNvPr id="72" name="文本框 4">
                  <a:extLst>
                    <a:ext uri="{FF2B5EF4-FFF2-40B4-BE49-F238E27FC236}">
                      <a16:creationId xmlns:a16="http://schemas.microsoft.com/office/drawing/2014/main" id="{72A68CAD-1D75-23E0-C218-F7301998E4D6}"/>
                    </a:ext>
                  </a:extLst>
                </p:cNvPr>
                <p:cNvSpPr txBox="1"/>
                <p:nvPr/>
              </p:nvSpPr>
              <p:spPr>
                <a:xfrm>
                  <a:off x="1579495" y="1017578"/>
                  <a:ext cx="1692910" cy="461665"/>
                </a:xfrm>
                <a:prstGeom prst="rect">
                  <a:avLst/>
                </a:prstGeom>
                <a:noFill/>
              </p:spPr>
              <p:txBody>
                <a:bodyPr wrap="square"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latin typeface="微软雅黑" charset="0"/>
                      <a:ea typeface="微软雅黑" charset="0"/>
                    </a:rPr>
                    <a:t>输入文本</a:t>
                  </a:r>
                </a:p>
              </p:txBody>
            </p:sp>
            <p:sp>
              <p:nvSpPr>
                <p:cNvPr id="73" name="文本框 8">
                  <a:extLst>
                    <a:ext uri="{FF2B5EF4-FFF2-40B4-BE49-F238E27FC236}">
                      <a16:creationId xmlns:a16="http://schemas.microsoft.com/office/drawing/2014/main" id="{D81460A4-8763-AAE1-E792-64B1876C1620}"/>
                    </a:ext>
                  </a:extLst>
                </p:cNvPr>
                <p:cNvSpPr txBox="1"/>
                <p:nvPr/>
              </p:nvSpPr>
              <p:spPr>
                <a:xfrm>
                  <a:off x="1324860" y="1591310"/>
                  <a:ext cx="2202180"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dirty="0">
                      <a:latin typeface="微软雅黑" charset="0"/>
                      <a:ea typeface="微软雅黑" charset="0"/>
                    </a:rPr>
                    <a:t>请输入文本</a:t>
                  </a:r>
                </a:p>
              </p:txBody>
            </p:sp>
          </p:grpSp>
          <p:grpSp>
            <p:nvGrpSpPr>
              <p:cNvPr id="69" name="组合 68">
                <a:extLst>
                  <a:ext uri="{FF2B5EF4-FFF2-40B4-BE49-F238E27FC236}">
                    <a16:creationId xmlns:a16="http://schemas.microsoft.com/office/drawing/2014/main" id="{738157A1-D129-A89D-7998-F5B686C87577}"/>
                  </a:ext>
                </a:extLst>
              </p:cNvPr>
              <p:cNvGrpSpPr/>
              <p:nvPr/>
            </p:nvGrpSpPr>
            <p:grpSpPr>
              <a:xfrm>
                <a:off x="372026" y="-5799730"/>
                <a:ext cx="3603250" cy="1050155"/>
                <a:chOff x="397667" y="-5799730"/>
                <a:chExt cx="3603250" cy="1050155"/>
              </a:xfrm>
            </p:grpSpPr>
            <p:pic>
              <p:nvPicPr>
                <p:cNvPr id="70" name="图片 69">
                  <a:extLst>
                    <a:ext uri="{FF2B5EF4-FFF2-40B4-BE49-F238E27FC236}">
                      <a16:creationId xmlns:a16="http://schemas.microsoft.com/office/drawing/2014/main" id="{BF27D0B7-1C53-20B0-923F-7BBA5E2EF9DD}"/>
                    </a:ext>
                  </a:extLst>
                </p:cNvPr>
                <p:cNvPicPr>
                  <a:picLocks noChangeAspect="1"/>
                </p:cNvPicPr>
                <p:nvPr/>
              </p:nvPicPr>
              <p:blipFill>
                <a:blip r:embed="rId3"/>
                <a:srcRect t="20717" r="42851" b="19777"/>
                <a:stretch/>
              </p:blipFill>
              <p:spPr>
                <a:xfrm rot="272935">
                  <a:off x="397667" y="-5799730"/>
                  <a:ext cx="793432" cy="1050155"/>
                </a:xfrm>
                <a:prstGeom prst="rect">
                  <a:avLst/>
                </a:prstGeom>
                <a:effectLst>
                  <a:outerShdw blurRad="190500" dist="127000" dir="8100000" algn="tr" rotWithShape="0">
                    <a:schemeClr val="accent1">
                      <a:lumMod val="50000"/>
                      <a:alpha val="30000"/>
                    </a:schemeClr>
                  </a:outerShdw>
                </a:effectLst>
              </p:spPr>
            </p:pic>
            <p:pic>
              <p:nvPicPr>
                <p:cNvPr id="71" name="图片 70">
                  <a:extLst>
                    <a:ext uri="{FF2B5EF4-FFF2-40B4-BE49-F238E27FC236}">
                      <a16:creationId xmlns:a16="http://schemas.microsoft.com/office/drawing/2014/main" id="{8E58DAFD-2B7C-B054-B21F-664EFDD8992F}"/>
                    </a:ext>
                  </a:extLst>
                </p:cNvPr>
                <p:cNvPicPr>
                  <a:picLocks noChangeAspect="1"/>
                </p:cNvPicPr>
                <p:nvPr/>
              </p:nvPicPr>
              <p:blipFill>
                <a:blip r:embed="rId3"/>
                <a:srcRect t="20717" r="42851" b="19777"/>
                <a:stretch/>
              </p:blipFill>
              <p:spPr>
                <a:xfrm rot="21327065" flipH="1">
                  <a:off x="3207485" y="-5799730"/>
                  <a:ext cx="793432" cy="1050155"/>
                </a:xfrm>
                <a:prstGeom prst="rect">
                  <a:avLst/>
                </a:prstGeom>
                <a:effectLst>
                  <a:outerShdw blurRad="190500" dist="127000" dir="8100000" algn="tr" rotWithShape="0">
                    <a:schemeClr val="accent1">
                      <a:lumMod val="50000"/>
                      <a:alpha val="30000"/>
                    </a:schemeClr>
                  </a:outerShdw>
                </a:effectLst>
              </p:spPr>
            </p:pic>
          </p:grpSp>
        </p:grpSp>
        <p:cxnSp>
          <p:nvCxnSpPr>
            <p:cNvPr id="66" name="直接连接符 65">
              <a:extLst>
                <a:ext uri="{FF2B5EF4-FFF2-40B4-BE49-F238E27FC236}">
                  <a16:creationId xmlns:a16="http://schemas.microsoft.com/office/drawing/2014/main" id="{E517532C-8576-5B5E-A681-528148D24253}"/>
                </a:ext>
              </a:extLst>
            </p:cNvPr>
            <p:cNvCxnSpPr>
              <a:cxnSpLocks/>
            </p:cNvCxnSpPr>
            <p:nvPr/>
          </p:nvCxnSpPr>
          <p:spPr>
            <a:xfrm flipV="1">
              <a:off x="407465" y="-5872232"/>
              <a:ext cx="3528989" cy="7124"/>
            </a:xfrm>
            <a:prstGeom prst="line">
              <a:avLst/>
            </a:prstGeom>
            <a:ln w="38100"/>
            <a:effectLst>
              <a:outerShdw blurRad="50800" dist="38100" dir="16200000"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grpSp>
        <p:nvGrpSpPr>
          <p:cNvPr id="75" name="组合 74">
            <a:extLst>
              <a:ext uri="{FF2B5EF4-FFF2-40B4-BE49-F238E27FC236}">
                <a16:creationId xmlns:a16="http://schemas.microsoft.com/office/drawing/2014/main" id="{6FC83341-1A40-FD9F-DEE4-124F47442690}"/>
              </a:ext>
            </a:extLst>
          </p:cNvPr>
          <p:cNvGrpSpPr/>
          <p:nvPr/>
        </p:nvGrpSpPr>
        <p:grpSpPr>
          <a:xfrm>
            <a:off x="4625809" y="3923709"/>
            <a:ext cx="2984481" cy="1753395"/>
            <a:chOff x="8475605" y="-4636529"/>
            <a:chExt cx="2984481" cy="1753395"/>
          </a:xfrm>
        </p:grpSpPr>
        <p:cxnSp>
          <p:nvCxnSpPr>
            <p:cNvPr id="33" name="直接连接符 32">
              <a:extLst>
                <a:ext uri="{FF2B5EF4-FFF2-40B4-BE49-F238E27FC236}">
                  <a16:creationId xmlns:a16="http://schemas.microsoft.com/office/drawing/2014/main" id="{66C58B65-E26F-08A6-247C-55343DEC1043}"/>
                </a:ext>
              </a:extLst>
            </p:cNvPr>
            <p:cNvCxnSpPr>
              <a:cxnSpLocks/>
            </p:cNvCxnSpPr>
            <p:nvPr/>
          </p:nvCxnSpPr>
          <p:spPr>
            <a:xfrm>
              <a:off x="8475605" y="-4636529"/>
              <a:ext cx="2984481" cy="0"/>
            </a:xfrm>
            <a:prstGeom prst="line">
              <a:avLst/>
            </a:prstGeom>
            <a:ln w="44450">
              <a:solidFill>
                <a:srgbClr val="2979C8"/>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9673AD21-1995-EC33-1049-76338B901D80}"/>
                </a:ext>
              </a:extLst>
            </p:cNvPr>
            <p:cNvCxnSpPr>
              <a:cxnSpLocks/>
            </p:cNvCxnSpPr>
            <p:nvPr/>
          </p:nvCxnSpPr>
          <p:spPr>
            <a:xfrm>
              <a:off x="8475605" y="-4198180"/>
              <a:ext cx="2984481" cy="0"/>
            </a:xfrm>
            <a:prstGeom prst="line">
              <a:avLst/>
            </a:prstGeom>
            <a:ln w="22225">
              <a:solidFill>
                <a:srgbClr val="2979C8"/>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F1E0F362-0D23-C0F3-570F-550569E6548E}"/>
                </a:ext>
              </a:extLst>
            </p:cNvPr>
            <p:cNvCxnSpPr>
              <a:cxnSpLocks/>
            </p:cNvCxnSpPr>
            <p:nvPr/>
          </p:nvCxnSpPr>
          <p:spPr>
            <a:xfrm>
              <a:off x="8475605" y="-2883134"/>
              <a:ext cx="2984481" cy="0"/>
            </a:xfrm>
            <a:prstGeom prst="line">
              <a:avLst/>
            </a:prstGeom>
            <a:ln w="44450">
              <a:solidFill>
                <a:srgbClr val="2979C8"/>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D3E39809-6962-3B83-1EA2-E5EBC2B6DC7B}"/>
                </a:ext>
              </a:extLst>
            </p:cNvPr>
            <p:cNvCxnSpPr>
              <a:cxnSpLocks/>
            </p:cNvCxnSpPr>
            <p:nvPr/>
          </p:nvCxnSpPr>
          <p:spPr>
            <a:xfrm>
              <a:off x="8475605" y="-3759831"/>
              <a:ext cx="2984481" cy="0"/>
            </a:xfrm>
            <a:prstGeom prst="line">
              <a:avLst/>
            </a:prstGeom>
            <a:ln w="22225">
              <a:solidFill>
                <a:srgbClr val="2979C8"/>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12628D71-CDC3-7F7A-5D70-DE9B6A5E5D0D}"/>
                </a:ext>
              </a:extLst>
            </p:cNvPr>
            <p:cNvCxnSpPr>
              <a:cxnSpLocks/>
            </p:cNvCxnSpPr>
            <p:nvPr/>
          </p:nvCxnSpPr>
          <p:spPr>
            <a:xfrm>
              <a:off x="8475605" y="-3321482"/>
              <a:ext cx="2984481" cy="0"/>
            </a:xfrm>
            <a:prstGeom prst="line">
              <a:avLst/>
            </a:prstGeom>
            <a:ln w="22225">
              <a:solidFill>
                <a:srgbClr val="2979C8"/>
              </a:solidFill>
            </a:ln>
          </p:spPr>
          <p:style>
            <a:lnRef idx="1">
              <a:schemeClr val="accent1"/>
            </a:lnRef>
            <a:fillRef idx="0">
              <a:schemeClr val="accent1"/>
            </a:fillRef>
            <a:effectRef idx="0">
              <a:schemeClr val="accent1"/>
            </a:effectRef>
            <a:fontRef idx="minor">
              <a:schemeClr val="tx1"/>
            </a:fontRef>
          </p:style>
        </p:cxnSp>
        <p:sp>
          <p:nvSpPr>
            <p:cNvPr id="38" name="文本框 61">
              <a:extLst>
                <a:ext uri="{FF2B5EF4-FFF2-40B4-BE49-F238E27FC236}">
                  <a16:creationId xmlns:a16="http://schemas.microsoft.com/office/drawing/2014/main" id="{AA85B259-548D-1013-FCC5-33BB40DEB17E}"/>
                </a:ext>
              </a:extLst>
            </p:cNvPr>
            <p:cNvSpPr txBox="1"/>
            <p:nvPr/>
          </p:nvSpPr>
          <p:spPr>
            <a:xfrm>
              <a:off x="10233375" y="-4141419"/>
              <a:ext cx="1015926" cy="36932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dirty="0">
                  <a:latin typeface="微软雅黑" panose="020B0503020204020204" pitchFamily="34" charset="-122"/>
                  <a:ea typeface="微软雅黑" panose="020B0503020204020204" pitchFamily="34" charset="-122"/>
                </a:rPr>
                <a:t>100</a:t>
              </a:r>
              <a:endParaRPr lang="zh-CN" altLang="en-US" dirty="0">
                <a:latin typeface="微软雅黑" panose="020B0503020204020204" pitchFamily="34" charset="-122"/>
                <a:ea typeface="微软雅黑" panose="020B0503020204020204" pitchFamily="34" charset="-122"/>
              </a:endParaRPr>
            </a:p>
          </p:txBody>
        </p:sp>
        <p:sp>
          <p:nvSpPr>
            <p:cNvPr id="39" name="文本框 62">
              <a:extLst>
                <a:ext uri="{FF2B5EF4-FFF2-40B4-BE49-F238E27FC236}">
                  <a16:creationId xmlns:a16="http://schemas.microsoft.com/office/drawing/2014/main" id="{844D39C5-E132-5289-52B3-F7A8CC539E4A}"/>
                </a:ext>
              </a:extLst>
            </p:cNvPr>
            <p:cNvSpPr txBox="1"/>
            <p:nvPr/>
          </p:nvSpPr>
          <p:spPr>
            <a:xfrm>
              <a:off x="10233375" y="-3711946"/>
              <a:ext cx="1015926" cy="36932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dirty="0">
                  <a:latin typeface="微软雅黑" panose="020B0503020204020204" pitchFamily="34" charset="-122"/>
                  <a:ea typeface="微软雅黑" panose="020B0503020204020204" pitchFamily="34" charset="-122"/>
                </a:rPr>
                <a:t>200</a:t>
              </a:r>
              <a:endParaRPr lang="zh-CN" altLang="en-US" dirty="0">
                <a:latin typeface="微软雅黑" panose="020B0503020204020204" pitchFamily="34" charset="-122"/>
                <a:ea typeface="微软雅黑" panose="020B0503020204020204" pitchFamily="34" charset="-122"/>
              </a:endParaRPr>
            </a:p>
          </p:txBody>
        </p:sp>
        <p:sp>
          <p:nvSpPr>
            <p:cNvPr id="40" name="文本框 63">
              <a:extLst>
                <a:ext uri="{FF2B5EF4-FFF2-40B4-BE49-F238E27FC236}">
                  <a16:creationId xmlns:a16="http://schemas.microsoft.com/office/drawing/2014/main" id="{5F160198-19DC-C0D2-E4CA-3840148D74C3}"/>
                </a:ext>
              </a:extLst>
            </p:cNvPr>
            <p:cNvSpPr txBox="1"/>
            <p:nvPr/>
          </p:nvSpPr>
          <p:spPr>
            <a:xfrm>
              <a:off x="10233375" y="-3262677"/>
              <a:ext cx="1015926" cy="36932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dirty="0">
                  <a:latin typeface="微软雅黑" panose="020B0503020204020204" pitchFamily="34" charset="-122"/>
                  <a:ea typeface="微软雅黑" panose="020B0503020204020204" pitchFamily="34" charset="-122"/>
                </a:rPr>
                <a:t>300</a:t>
              </a:r>
              <a:endParaRPr lang="zh-CN" altLang="en-US" dirty="0">
                <a:latin typeface="微软雅黑" panose="020B0503020204020204" pitchFamily="34" charset="-122"/>
                <a:ea typeface="微软雅黑" panose="020B0503020204020204" pitchFamily="34" charset="-122"/>
              </a:endParaRPr>
            </a:p>
          </p:txBody>
        </p:sp>
        <p:sp>
          <p:nvSpPr>
            <p:cNvPr id="41" name="文本框 64">
              <a:extLst>
                <a:ext uri="{FF2B5EF4-FFF2-40B4-BE49-F238E27FC236}">
                  <a16:creationId xmlns:a16="http://schemas.microsoft.com/office/drawing/2014/main" id="{12D41CFD-24BC-E49E-0946-09C748701BB4}"/>
                </a:ext>
              </a:extLst>
            </p:cNvPr>
            <p:cNvSpPr txBox="1"/>
            <p:nvPr/>
          </p:nvSpPr>
          <p:spPr>
            <a:xfrm>
              <a:off x="8576561" y="-4153051"/>
              <a:ext cx="1372964"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latin typeface="微软雅黑" panose="020B0503020204020204" pitchFamily="34" charset="-122"/>
                  <a:ea typeface="微软雅黑" panose="020B0503020204020204" pitchFamily="34" charset="-122"/>
                </a:rPr>
                <a:t>数据</a:t>
              </a:r>
              <a:r>
                <a:rPr lang="en-US" altLang="zh-CN"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sp>
          <p:nvSpPr>
            <p:cNvPr id="42" name="文本框 68">
              <a:extLst>
                <a:ext uri="{FF2B5EF4-FFF2-40B4-BE49-F238E27FC236}">
                  <a16:creationId xmlns:a16="http://schemas.microsoft.com/office/drawing/2014/main" id="{B8292697-E5C9-B444-4FEB-1B8309C1639D}"/>
                </a:ext>
              </a:extLst>
            </p:cNvPr>
            <p:cNvSpPr txBox="1"/>
            <p:nvPr/>
          </p:nvSpPr>
          <p:spPr>
            <a:xfrm>
              <a:off x="9167717" y="-4579768"/>
              <a:ext cx="1617208"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latin typeface="微软雅黑" panose="020B0503020204020204" pitchFamily="34" charset="-122"/>
                  <a:ea typeface="微软雅黑" panose="020B0503020204020204" pitchFamily="34" charset="-122"/>
                </a:rPr>
                <a:t>输入表格名称</a:t>
              </a:r>
            </a:p>
          </p:txBody>
        </p:sp>
        <p:sp>
          <p:nvSpPr>
            <p:cNvPr id="43" name="文本框 69">
              <a:extLst>
                <a:ext uri="{FF2B5EF4-FFF2-40B4-BE49-F238E27FC236}">
                  <a16:creationId xmlns:a16="http://schemas.microsoft.com/office/drawing/2014/main" id="{5AFE4EE9-F55D-B9F4-9D79-FBC2854A2262}"/>
                </a:ext>
              </a:extLst>
            </p:cNvPr>
            <p:cNvSpPr txBox="1"/>
            <p:nvPr/>
          </p:nvSpPr>
          <p:spPr>
            <a:xfrm>
              <a:off x="8576561" y="-3719177"/>
              <a:ext cx="1372964"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latin typeface="微软雅黑" panose="020B0503020204020204" pitchFamily="34" charset="-122"/>
                  <a:ea typeface="微软雅黑" panose="020B0503020204020204" pitchFamily="34" charset="-122"/>
                </a:rPr>
                <a:t>数据</a:t>
              </a:r>
              <a:r>
                <a:rPr lang="en-US" altLang="zh-CN" dirty="0">
                  <a:latin typeface="微软雅黑" panose="020B0503020204020204" pitchFamily="34" charset="-122"/>
                  <a:ea typeface="微软雅黑" panose="020B0503020204020204" pitchFamily="34" charset="-122"/>
                </a:rPr>
                <a:t>2</a:t>
              </a:r>
              <a:endParaRPr lang="zh-CN" altLang="en-US" dirty="0">
                <a:latin typeface="微软雅黑" panose="020B0503020204020204" pitchFamily="34" charset="-122"/>
                <a:ea typeface="微软雅黑" panose="020B0503020204020204" pitchFamily="34" charset="-122"/>
              </a:endParaRPr>
            </a:p>
          </p:txBody>
        </p:sp>
        <p:sp>
          <p:nvSpPr>
            <p:cNvPr id="44" name="文本框 70">
              <a:extLst>
                <a:ext uri="{FF2B5EF4-FFF2-40B4-BE49-F238E27FC236}">
                  <a16:creationId xmlns:a16="http://schemas.microsoft.com/office/drawing/2014/main" id="{485A5FB4-C7CC-1431-967E-DFB7F62FD358}"/>
                </a:ext>
              </a:extLst>
            </p:cNvPr>
            <p:cNvSpPr txBox="1"/>
            <p:nvPr/>
          </p:nvSpPr>
          <p:spPr>
            <a:xfrm>
              <a:off x="8576561" y="-3285302"/>
              <a:ext cx="1372964"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latin typeface="微软雅黑" panose="020B0503020204020204" pitchFamily="34" charset="-122"/>
                  <a:ea typeface="微软雅黑" panose="020B0503020204020204" pitchFamily="34" charset="-122"/>
                </a:rPr>
                <a:t>数据</a:t>
              </a:r>
              <a:r>
                <a:rPr lang="en-US" altLang="zh-CN" dirty="0">
                  <a:latin typeface="微软雅黑" panose="020B0503020204020204" pitchFamily="34" charset="-122"/>
                  <a:ea typeface="微软雅黑" panose="020B0503020204020204" pitchFamily="34" charset="-122"/>
                </a:rPr>
                <a:t>3</a:t>
              </a:r>
              <a:endParaRPr lang="zh-CN" altLang="en-US" dirty="0">
                <a:latin typeface="微软雅黑" panose="020B0503020204020204" pitchFamily="34" charset="-122"/>
                <a:ea typeface="微软雅黑" panose="020B0503020204020204" pitchFamily="34" charset="-122"/>
              </a:endParaRPr>
            </a:p>
          </p:txBody>
        </p:sp>
      </p:grpSp>
      <p:pic>
        <p:nvPicPr>
          <p:cNvPr id="3" name="图片 2">
            <a:extLst>
              <a:ext uri="{FF2B5EF4-FFF2-40B4-BE49-F238E27FC236}">
                <a16:creationId xmlns:a16="http://schemas.microsoft.com/office/drawing/2014/main" id="{0E92D4D0-0058-C48A-065F-EF40EE562F5A}"/>
              </a:ext>
            </a:extLst>
          </p:cNvPr>
          <p:cNvPicPr>
            <a:picLocks noChangeAspect="1"/>
          </p:cNvPicPr>
          <p:nvPr/>
        </p:nvPicPr>
        <p:blipFill>
          <a:blip r:embed="rId5">
            <a:alphaModFix amt="91000"/>
          </a:blip>
          <a:srcRect t="57475" b="22593"/>
          <a:stretch>
            <a:fillRect/>
          </a:stretch>
        </p:blipFill>
        <p:spPr>
          <a:xfrm>
            <a:off x="3105581" y="5735317"/>
            <a:ext cx="9086419" cy="2854858"/>
          </a:xfrm>
          <a:prstGeom prst="rect">
            <a:avLst/>
          </a:prstGeom>
        </p:spPr>
      </p:pic>
      <p:sp>
        <p:nvSpPr>
          <p:cNvPr id="76" name="文本框 53">
            <a:extLst>
              <a:ext uri="{FF2B5EF4-FFF2-40B4-BE49-F238E27FC236}">
                <a16:creationId xmlns:a16="http://schemas.microsoft.com/office/drawing/2014/main" id="{9F405BB5-E61F-4AAA-4E88-0913A8E34612}"/>
              </a:ext>
            </a:extLst>
          </p:cNvPr>
          <p:cNvSpPr txBox="1"/>
          <p:nvPr/>
        </p:nvSpPr>
        <p:spPr>
          <a:xfrm>
            <a:off x="9035231" y="2425201"/>
            <a:ext cx="2171241" cy="1104533"/>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kumimoji="0" lang="zh-CN" altLang="en-US" sz="1400" b="1" i="0" u="none" strike="noStrike" kern="1200" cap="none" spc="0" normalizeH="0" baseline="0" noProof="0" dirty="0">
                <a:ln>
                  <a:noFill/>
                </a:ln>
                <a:solidFill>
                  <a:prstClr val="black">
                    <a:lumMod val="95000"/>
                    <a:lumOff val="5000"/>
                  </a:prstClr>
                </a:solidFill>
                <a:effectLst/>
                <a:uLnTx/>
                <a:uFillTx/>
                <a:latin typeface="微软雅黑" charset="0"/>
                <a:ea typeface="微软雅黑" charset="0"/>
                <a:cs typeface="微软雅黑" charset="0"/>
              </a:rPr>
              <a:t>请输入文本</a:t>
            </a:r>
            <a:r>
              <a:rPr lang="zh-CN" altLang="en-US" sz="1400" b="1" dirty="0">
                <a:solidFill>
                  <a:schemeClr val="tx1">
                    <a:lumMod val="95000"/>
                    <a:lumOff val="5000"/>
                  </a:schemeClr>
                </a:solidFill>
                <a:latin typeface="微软雅黑" charset="0"/>
                <a:ea typeface="微软雅黑" charset="0"/>
                <a:cs typeface="微软雅黑" charset="0"/>
                <a:sym typeface="+mn-ea"/>
              </a:rPr>
              <a:t>请输入文本</a:t>
            </a:r>
            <a:endParaRPr lang="en-US" altLang="zh-CN" sz="1400" b="1" dirty="0">
              <a:solidFill>
                <a:schemeClr val="tx1">
                  <a:lumMod val="95000"/>
                  <a:lumOff val="5000"/>
                </a:schemeClr>
              </a:solidFill>
              <a:latin typeface="微软雅黑" charset="0"/>
              <a:ea typeface="微软雅黑" charset="0"/>
              <a:cs typeface="微软雅黑" charset="0"/>
              <a:sym typeface="+mn-ea"/>
            </a:endParaRPr>
          </a:p>
          <a:p>
            <a:pPr algn="ctr">
              <a:lnSpc>
                <a:spcPct val="120000"/>
              </a:lnSpc>
            </a:pPr>
            <a:r>
              <a:rPr lang="zh-CN" altLang="en-US" sz="1400" b="1" dirty="0">
                <a:solidFill>
                  <a:schemeClr val="tx1">
                    <a:lumMod val="95000"/>
                    <a:lumOff val="5000"/>
                  </a:schemeClr>
                </a:solidFill>
                <a:latin typeface="微软雅黑" charset="0"/>
                <a:ea typeface="微软雅黑" charset="0"/>
                <a:sym typeface="+mn-ea"/>
              </a:rPr>
              <a:t>请输入文本请输入文本</a:t>
            </a:r>
            <a:endParaRPr lang="en-US" altLang="zh-CN" sz="1400" b="1" dirty="0">
              <a:solidFill>
                <a:schemeClr val="tx1">
                  <a:lumMod val="95000"/>
                  <a:lumOff val="5000"/>
                </a:schemeClr>
              </a:solidFill>
              <a:latin typeface="微软雅黑" charset="0"/>
              <a:ea typeface="微软雅黑" charset="0"/>
            </a:endParaRPr>
          </a:p>
          <a:p>
            <a:pPr algn="ctr">
              <a:lnSpc>
                <a:spcPct val="120000"/>
              </a:lnSpc>
            </a:pPr>
            <a:r>
              <a:rPr lang="zh-CN" altLang="en-US" sz="1400" b="1" dirty="0">
                <a:solidFill>
                  <a:schemeClr val="tx1">
                    <a:lumMod val="95000"/>
                    <a:lumOff val="5000"/>
                  </a:schemeClr>
                </a:solidFill>
                <a:latin typeface="微软雅黑" charset="0"/>
                <a:ea typeface="微软雅黑" charset="0"/>
                <a:sym typeface="+mn-ea"/>
              </a:rPr>
              <a:t>请输入文本请输入文本</a:t>
            </a:r>
            <a:endParaRPr lang="en-US" altLang="zh-CN" sz="1400" b="1" dirty="0">
              <a:solidFill>
                <a:schemeClr val="tx1">
                  <a:lumMod val="95000"/>
                  <a:lumOff val="5000"/>
                </a:schemeClr>
              </a:solidFill>
              <a:latin typeface="微软雅黑" charset="0"/>
              <a:ea typeface="微软雅黑" charset="0"/>
            </a:endParaRPr>
          </a:p>
          <a:p>
            <a:pPr algn="ctr">
              <a:lnSpc>
                <a:spcPct val="120000"/>
              </a:lnSpc>
            </a:pPr>
            <a:endParaRPr lang="en-US" sz="1400" b="1" dirty="0">
              <a:solidFill>
                <a:schemeClr val="tx1">
                  <a:lumMod val="95000"/>
                  <a:lumOff val="5000"/>
                </a:schemeClr>
              </a:solidFill>
              <a:latin typeface="微软雅黑" charset="0"/>
              <a:ea typeface="微软雅黑" charset="0"/>
            </a:endParaRPr>
          </a:p>
        </p:txBody>
      </p:sp>
      <p:sp>
        <p:nvSpPr>
          <p:cNvPr id="92" name="文本框 53">
            <a:extLst>
              <a:ext uri="{FF2B5EF4-FFF2-40B4-BE49-F238E27FC236}">
                <a16:creationId xmlns:a16="http://schemas.microsoft.com/office/drawing/2014/main" id="{ED41E39F-6751-F3F3-A750-C7017BAE60E9}"/>
              </a:ext>
            </a:extLst>
          </p:cNvPr>
          <p:cNvSpPr txBox="1"/>
          <p:nvPr/>
        </p:nvSpPr>
        <p:spPr>
          <a:xfrm>
            <a:off x="5030400" y="2426084"/>
            <a:ext cx="2171241" cy="1104533"/>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kumimoji="0" lang="zh-CN" altLang="en-US" sz="1400" b="1" i="0" u="none" strike="noStrike" kern="1200" cap="none" spc="0" normalizeH="0" baseline="0" noProof="0" dirty="0">
                <a:ln>
                  <a:noFill/>
                </a:ln>
                <a:solidFill>
                  <a:prstClr val="black">
                    <a:lumMod val="95000"/>
                    <a:lumOff val="5000"/>
                  </a:prstClr>
                </a:solidFill>
                <a:effectLst/>
                <a:uLnTx/>
                <a:uFillTx/>
                <a:latin typeface="微软雅黑" charset="0"/>
                <a:ea typeface="微软雅黑" charset="0"/>
                <a:cs typeface="微软雅黑" charset="0"/>
              </a:rPr>
              <a:t>请输入文本</a:t>
            </a:r>
            <a:r>
              <a:rPr lang="zh-CN" altLang="en-US" sz="1400" b="1" dirty="0">
                <a:solidFill>
                  <a:schemeClr val="tx1">
                    <a:lumMod val="95000"/>
                    <a:lumOff val="5000"/>
                  </a:schemeClr>
                </a:solidFill>
                <a:latin typeface="微软雅黑" charset="0"/>
                <a:ea typeface="微软雅黑" charset="0"/>
                <a:cs typeface="微软雅黑" charset="0"/>
                <a:sym typeface="+mn-ea"/>
              </a:rPr>
              <a:t>请输入文本</a:t>
            </a:r>
            <a:endParaRPr lang="en-US" altLang="zh-CN" sz="1400" b="1" dirty="0">
              <a:solidFill>
                <a:schemeClr val="tx1">
                  <a:lumMod val="95000"/>
                  <a:lumOff val="5000"/>
                </a:schemeClr>
              </a:solidFill>
              <a:latin typeface="微软雅黑" charset="0"/>
              <a:ea typeface="微软雅黑" charset="0"/>
              <a:cs typeface="微软雅黑" charset="0"/>
              <a:sym typeface="+mn-ea"/>
            </a:endParaRPr>
          </a:p>
          <a:p>
            <a:pPr algn="ctr">
              <a:lnSpc>
                <a:spcPct val="120000"/>
              </a:lnSpc>
            </a:pPr>
            <a:r>
              <a:rPr lang="zh-CN" altLang="en-US" sz="1400" b="1" dirty="0">
                <a:solidFill>
                  <a:schemeClr val="tx1">
                    <a:lumMod val="95000"/>
                    <a:lumOff val="5000"/>
                  </a:schemeClr>
                </a:solidFill>
                <a:latin typeface="微软雅黑" charset="0"/>
                <a:ea typeface="微软雅黑" charset="0"/>
                <a:sym typeface="+mn-ea"/>
              </a:rPr>
              <a:t>请输入文本请输入文本</a:t>
            </a:r>
            <a:endParaRPr lang="en-US" altLang="zh-CN" sz="1400" b="1" dirty="0">
              <a:solidFill>
                <a:schemeClr val="tx1">
                  <a:lumMod val="95000"/>
                  <a:lumOff val="5000"/>
                </a:schemeClr>
              </a:solidFill>
              <a:latin typeface="微软雅黑" charset="0"/>
              <a:ea typeface="微软雅黑" charset="0"/>
            </a:endParaRPr>
          </a:p>
          <a:p>
            <a:pPr algn="ctr">
              <a:lnSpc>
                <a:spcPct val="120000"/>
              </a:lnSpc>
            </a:pPr>
            <a:r>
              <a:rPr lang="zh-CN" altLang="en-US" sz="1400" b="1" dirty="0">
                <a:solidFill>
                  <a:schemeClr val="tx1">
                    <a:lumMod val="95000"/>
                    <a:lumOff val="5000"/>
                  </a:schemeClr>
                </a:solidFill>
                <a:latin typeface="微软雅黑" charset="0"/>
                <a:ea typeface="微软雅黑" charset="0"/>
                <a:sym typeface="+mn-ea"/>
              </a:rPr>
              <a:t>请输入文本请输入文本</a:t>
            </a:r>
            <a:endParaRPr lang="en-US" altLang="zh-CN" sz="1400" b="1" dirty="0">
              <a:solidFill>
                <a:schemeClr val="tx1">
                  <a:lumMod val="95000"/>
                  <a:lumOff val="5000"/>
                </a:schemeClr>
              </a:solidFill>
              <a:latin typeface="微软雅黑" charset="0"/>
              <a:ea typeface="微软雅黑" charset="0"/>
            </a:endParaRPr>
          </a:p>
          <a:p>
            <a:pPr algn="ctr">
              <a:lnSpc>
                <a:spcPct val="120000"/>
              </a:lnSpc>
            </a:pPr>
            <a:endParaRPr lang="en-US" sz="1400" b="1" dirty="0">
              <a:solidFill>
                <a:schemeClr val="tx1">
                  <a:lumMod val="95000"/>
                  <a:lumOff val="5000"/>
                </a:schemeClr>
              </a:solidFill>
              <a:latin typeface="微软雅黑" charset="0"/>
              <a:ea typeface="微软雅黑" charset="0"/>
            </a:endParaRPr>
          </a:p>
        </p:txBody>
      </p:sp>
      <p:grpSp>
        <p:nvGrpSpPr>
          <p:cNvPr id="112" name="组合 111">
            <a:extLst>
              <a:ext uri="{FF2B5EF4-FFF2-40B4-BE49-F238E27FC236}">
                <a16:creationId xmlns:a16="http://schemas.microsoft.com/office/drawing/2014/main" id="{6E1C146A-5571-11EF-DFB5-5629196F30F0}"/>
              </a:ext>
            </a:extLst>
          </p:cNvPr>
          <p:cNvGrpSpPr/>
          <p:nvPr/>
        </p:nvGrpSpPr>
        <p:grpSpPr>
          <a:xfrm>
            <a:off x="240631" y="199215"/>
            <a:ext cx="5044403" cy="649224"/>
            <a:chOff x="240631" y="199215"/>
            <a:chExt cx="5044403" cy="649224"/>
          </a:xfrm>
        </p:grpSpPr>
        <p:pic>
          <p:nvPicPr>
            <p:cNvPr id="103" name="图片 102">
              <a:extLst>
                <a:ext uri="{FF2B5EF4-FFF2-40B4-BE49-F238E27FC236}">
                  <a16:creationId xmlns:a16="http://schemas.microsoft.com/office/drawing/2014/main" id="{B4344A1C-F1F8-AA48-E980-0BD030D9D951}"/>
                </a:ext>
              </a:extLst>
            </p:cNvPr>
            <p:cNvPicPr>
              <a:picLocks noChangeAspect="1"/>
            </p:cNvPicPr>
            <p:nvPr/>
          </p:nvPicPr>
          <p:blipFill>
            <a:blip r:embed="rId6">
              <a:extLst>
                <a:ext uri="{28A0092B-C50C-407E-A947-70E740481C1C}">
                  <a14:useLocalDpi xmlns:a14="http://schemas.microsoft.com/office/drawing/2010/main" val="0"/>
                </a:ext>
              </a:extLst>
            </a:blip>
            <a:srcRect l="-1224" r="66324" b="-3304"/>
            <a:stretch>
              <a:fillRect/>
            </a:stretch>
          </p:blipFill>
          <p:spPr>
            <a:xfrm>
              <a:off x="240631" y="199215"/>
              <a:ext cx="684808" cy="649224"/>
            </a:xfrm>
            <a:prstGeom prst="rect">
              <a:avLst/>
            </a:prstGeom>
          </p:spPr>
        </p:pic>
        <p:sp>
          <p:nvSpPr>
            <p:cNvPr id="110" name="文本框 4">
              <a:extLst>
                <a:ext uri="{FF2B5EF4-FFF2-40B4-BE49-F238E27FC236}">
                  <a16:creationId xmlns:a16="http://schemas.microsoft.com/office/drawing/2014/main" id="{BC4EB927-6EE4-B7AB-0818-4E80B4C50D4F}"/>
                </a:ext>
              </a:extLst>
            </p:cNvPr>
            <p:cNvSpPr txBox="1"/>
            <p:nvPr/>
          </p:nvSpPr>
          <p:spPr>
            <a:xfrm>
              <a:off x="867688" y="282001"/>
              <a:ext cx="1692910" cy="461665"/>
            </a:xfrm>
            <a:prstGeom prst="rect">
              <a:avLst/>
            </a:prstGeom>
            <a:noFill/>
          </p:spPr>
          <p:txBody>
            <a:bodyPr wrap="square"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latin typeface="微软雅黑" charset="0"/>
                  <a:ea typeface="微软雅黑" charset="0"/>
                </a:rPr>
                <a:t>第一部分</a:t>
              </a:r>
            </a:p>
          </p:txBody>
        </p:sp>
        <p:sp>
          <p:nvSpPr>
            <p:cNvPr id="111" name="文本框 4">
              <a:extLst>
                <a:ext uri="{FF2B5EF4-FFF2-40B4-BE49-F238E27FC236}">
                  <a16:creationId xmlns:a16="http://schemas.microsoft.com/office/drawing/2014/main" id="{F4863B02-126F-6400-8454-47A7912F7652}"/>
                </a:ext>
              </a:extLst>
            </p:cNvPr>
            <p:cNvSpPr txBox="1"/>
            <p:nvPr/>
          </p:nvSpPr>
          <p:spPr>
            <a:xfrm>
              <a:off x="2428285" y="282001"/>
              <a:ext cx="2856749" cy="461665"/>
            </a:xfrm>
            <a:prstGeom prst="rect">
              <a:avLst/>
            </a:prstGeom>
            <a:noFill/>
          </p:spPr>
          <p:txBody>
            <a:bodyPr wrap="square"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latin typeface="微软雅黑" charset="0"/>
                  <a:ea typeface="微软雅黑" charset="0"/>
                </a:rPr>
                <a:t>请输入文本请输入</a:t>
              </a:r>
            </a:p>
          </p:txBody>
        </p:sp>
      </p:grpSp>
      <p:pic>
        <p:nvPicPr>
          <p:cNvPr id="117" name="图片 116">
            <a:extLst>
              <a:ext uri="{FF2B5EF4-FFF2-40B4-BE49-F238E27FC236}">
                <a16:creationId xmlns:a16="http://schemas.microsoft.com/office/drawing/2014/main" id="{9C0464A5-9AF4-0813-03B6-7D2DDBF56DE6}"/>
              </a:ext>
            </a:extLst>
          </p:cNvPr>
          <p:cNvPicPr>
            <a:picLocks noChangeAspect="1"/>
          </p:cNvPicPr>
          <p:nvPr/>
        </p:nvPicPr>
        <p:blipFill>
          <a:blip r:embed="rId7">
            <a:extLst>
              <a:ext uri="{28A0092B-C50C-407E-A947-70E740481C1C}">
                <a14:useLocalDpi xmlns:a14="http://schemas.microsoft.com/office/drawing/2010/main" val="0"/>
              </a:ext>
            </a:extLst>
          </a:blip>
          <a:srcRect l="14518" t="26492" b="27249"/>
          <a:stretch>
            <a:fillRect/>
          </a:stretch>
        </p:blipFill>
        <p:spPr>
          <a:xfrm>
            <a:off x="8943590" y="3958092"/>
            <a:ext cx="2447455" cy="176593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7094599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6">
            <a:lum/>
          </a:blip>
          <a:srcRect/>
          <a:stretch>
            <a:fillRect t="-17000" b="-17000"/>
          </a:stretch>
        </a:blipFill>
        <a:effectLst/>
      </p:bgPr>
    </p:bg>
    <p:spTree>
      <p:nvGrpSpPr>
        <p:cNvPr id="1" name="">
          <a:extLst>
            <a:ext uri="{FF2B5EF4-FFF2-40B4-BE49-F238E27FC236}">
              <a16:creationId xmlns:a16="http://schemas.microsoft.com/office/drawing/2014/main" id="{7D106ED0-2C85-5119-6BA9-7EECE453CB91}"/>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CE84B28F-C29A-B213-A8D1-472FB304758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97000" y="0"/>
            <a:ext cx="9140428" cy="6858000"/>
          </a:xfrm>
          <a:prstGeom prst="rect">
            <a:avLst/>
          </a:prstGeom>
        </p:spPr>
      </p:pic>
      <p:sp>
        <p:nvSpPr>
          <p:cNvPr id="3" name="矩形 2">
            <a:extLst>
              <a:ext uri="{FF2B5EF4-FFF2-40B4-BE49-F238E27FC236}">
                <a16:creationId xmlns:a16="http://schemas.microsoft.com/office/drawing/2014/main" id="{A29882C6-0241-2229-AB0F-F1C1D8E0B270}"/>
              </a:ext>
            </a:extLst>
          </p:cNvPr>
          <p:cNvSpPr/>
          <p:nvPr/>
        </p:nvSpPr>
        <p:spPr>
          <a:xfrm>
            <a:off x="0" y="0"/>
            <a:ext cx="12192000" cy="6858000"/>
          </a:xfrm>
          <a:prstGeom prst="rect">
            <a:avLst/>
          </a:prstGeom>
          <a:gradFill flip="none" rotWithShape="1">
            <a:gsLst>
              <a:gs pos="0">
                <a:schemeClr val="accent1">
                  <a:lumMod val="5000"/>
                  <a:lumOff val="95000"/>
                  <a:alpha val="45000"/>
                </a:schemeClr>
              </a:gs>
              <a:gs pos="65000">
                <a:schemeClr val="accent1">
                  <a:lumMod val="45000"/>
                  <a:lumOff val="55000"/>
                </a:schemeClr>
              </a:gs>
              <a:gs pos="83000">
                <a:schemeClr val="accent1">
                  <a:lumMod val="45000"/>
                  <a:lumOff val="55000"/>
                </a:schemeClr>
              </a:gs>
              <a:gs pos="100000">
                <a:schemeClr val="accent1">
                  <a:lumMod val="60000"/>
                  <a:lumOff val="40000"/>
                </a:schemeClr>
              </a:gs>
            </a:gsLst>
            <a:lin ang="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nvGrpSpPr>
          <p:cNvPr id="4" name="组合 3">
            <a:extLst>
              <a:ext uri="{FF2B5EF4-FFF2-40B4-BE49-F238E27FC236}">
                <a16:creationId xmlns:a16="http://schemas.microsoft.com/office/drawing/2014/main" id="{9AC66F03-CF45-B402-AB57-06C992CE83A2}"/>
              </a:ext>
            </a:extLst>
          </p:cNvPr>
          <p:cNvGrpSpPr/>
          <p:nvPr/>
        </p:nvGrpSpPr>
        <p:grpSpPr>
          <a:xfrm>
            <a:off x="3694027" y="555698"/>
            <a:ext cx="8370897" cy="3384735"/>
            <a:chOff x="6703983" y="2089463"/>
            <a:chExt cx="6009278" cy="3577529"/>
          </a:xfrm>
        </p:grpSpPr>
        <p:sp>
          <p:nvSpPr>
            <p:cNvPr id="5" name="文本框 12">
              <a:extLst>
                <a:ext uri="{FF2B5EF4-FFF2-40B4-BE49-F238E27FC236}">
                  <a16:creationId xmlns:a16="http://schemas.microsoft.com/office/drawing/2014/main" id="{2B33A261-6B57-5C39-AF8A-8E8F344153A5}"/>
                </a:ext>
              </a:extLst>
            </p:cNvPr>
            <p:cNvSpPr txBox="1"/>
            <p:nvPr>
              <p:custDataLst>
                <p:tags r:id="rId4"/>
              </p:custDataLst>
            </p:nvPr>
          </p:nvSpPr>
          <p:spPr>
            <a:xfrm>
              <a:off x="7966370" y="2089463"/>
              <a:ext cx="1694997" cy="1693506"/>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9900" b="0" i="0" u="none" strike="noStrike" kern="1200" cap="none" spc="0" normalizeH="0" baseline="0" noProof="0" dirty="0">
                  <a:ln>
                    <a:noFill/>
                  </a:ln>
                  <a:solidFill>
                    <a:prstClr val="white"/>
                  </a:solidFill>
                  <a:effectLst>
                    <a:glow rad="25400">
                      <a:prstClr val="white">
                        <a:alpha val="20000"/>
                      </a:prstClr>
                    </a:glow>
                    <a:outerShdw blurRad="50800" dist="38100" dir="2700000" algn="tl" rotWithShape="0">
                      <a:prstClr val="black">
                        <a:alpha val="40000"/>
                      </a:prstClr>
                    </a:outerShdw>
                  </a:effectLst>
                  <a:uLnTx/>
                  <a:uFillTx/>
                  <a:latin typeface="华文行楷" panose="02010800040101010101" charset="-122"/>
                  <a:ea typeface="华文行楷" panose="02010800040101010101" charset="-122"/>
                  <a:cs typeface="+mn-cs"/>
                  <a:sym typeface="+mn-ea"/>
                </a:rPr>
                <a:t>谢</a:t>
              </a:r>
            </a:p>
          </p:txBody>
        </p:sp>
        <p:sp>
          <p:nvSpPr>
            <p:cNvPr id="6" name="文本框 5">
              <a:extLst>
                <a:ext uri="{FF2B5EF4-FFF2-40B4-BE49-F238E27FC236}">
                  <a16:creationId xmlns:a16="http://schemas.microsoft.com/office/drawing/2014/main" id="{64D01167-B992-D047-6B8A-2695B3D66D70}"/>
                </a:ext>
              </a:extLst>
            </p:cNvPr>
            <p:cNvSpPr txBox="1"/>
            <p:nvPr/>
          </p:nvSpPr>
          <p:spPr>
            <a:xfrm>
              <a:off x="9595331" y="2495061"/>
              <a:ext cx="1422400" cy="27976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600" dirty="0">
                  <a:solidFill>
                    <a:prstClr val="white"/>
                  </a:solidFill>
                  <a:effectLst>
                    <a:glow rad="25400">
                      <a:prstClr val="white">
                        <a:alpha val="20000"/>
                      </a:prstClr>
                    </a:glow>
                    <a:outerShdw blurRad="50800" dist="38100" dir="2700000" algn="tl" rotWithShape="0">
                      <a:prstClr val="black">
                        <a:alpha val="40000"/>
                      </a:prstClr>
                    </a:outerShdw>
                  </a:effectLst>
                  <a:latin typeface="华文行楷" panose="02010800040101010101" charset="-122"/>
                  <a:ea typeface="华文行楷" panose="02010800040101010101" charset="-122"/>
                  <a:sym typeface="+mn-ea"/>
                </a:rPr>
                <a:t>观</a:t>
              </a:r>
              <a:endParaRPr kumimoji="0" lang="zh-CN" altLang="en-US" sz="16600" b="0" i="0" u="none" strike="noStrike" kern="1200" cap="none" spc="0" normalizeH="0" baseline="0" noProof="0" dirty="0">
                <a:ln>
                  <a:noFill/>
                </a:ln>
                <a:solidFill>
                  <a:prstClr val="white"/>
                </a:solidFill>
                <a:effectLst>
                  <a:glow rad="25400">
                    <a:prstClr val="white">
                      <a:alpha val="20000"/>
                    </a:prstClr>
                  </a:glow>
                  <a:outerShdw blurRad="50800" dist="38100" dir="2700000" algn="tl" rotWithShape="0">
                    <a:prstClr val="black">
                      <a:alpha val="40000"/>
                    </a:prstClr>
                  </a:outerShdw>
                </a:effectLst>
                <a:uLnTx/>
                <a:uFillTx/>
                <a:latin typeface="华文行楷" panose="02010800040101010101" charset="-122"/>
                <a:ea typeface="华文行楷" panose="02010800040101010101" charset="-122"/>
                <a:cs typeface="+mn-cs"/>
                <a:sym typeface="+mn-ea"/>
              </a:endParaRPr>
            </a:p>
          </p:txBody>
        </p:sp>
        <p:sp>
          <p:nvSpPr>
            <p:cNvPr id="7" name="文本框 6">
              <a:extLst>
                <a:ext uri="{FF2B5EF4-FFF2-40B4-BE49-F238E27FC236}">
                  <a16:creationId xmlns:a16="http://schemas.microsoft.com/office/drawing/2014/main" id="{DB4ECFDA-8B0A-0332-A0D6-47F60D4BE43B}"/>
                </a:ext>
              </a:extLst>
            </p:cNvPr>
            <p:cNvSpPr txBox="1"/>
            <p:nvPr/>
          </p:nvSpPr>
          <p:spPr>
            <a:xfrm>
              <a:off x="6703983" y="2643042"/>
              <a:ext cx="1694997" cy="2797644"/>
            </a:xfrm>
            <a:prstGeom prst="rect">
              <a:avLst/>
            </a:prstGeom>
            <a:noFill/>
          </p:spPr>
          <p:txBody>
            <a:bodyPr wrap="square">
              <a:spAutoFit/>
            </a:bodyPr>
            <a:lstStyle/>
            <a:p>
              <a:r>
                <a:rPr lang="zh-CN" altLang="en-US" sz="16600" dirty="0">
                  <a:solidFill>
                    <a:prstClr val="white"/>
                  </a:solidFill>
                  <a:effectLst>
                    <a:glow rad="25400">
                      <a:prstClr val="white">
                        <a:alpha val="20000"/>
                      </a:prstClr>
                    </a:glow>
                    <a:outerShdw blurRad="50800" dist="38100" dir="2700000" algn="tl" rotWithShape="0">
                      <a:prstClr val="black">
                        <a:alpha val="40000"/>
                      </a:prstClr>
                    </a:outerShdw>
                  </a:effectLst>
                  <a:latin typeface="华文行楷" panose="02010800040101010101" charset="-122"/>
                  <a:ea typeface="华文行楷" panose="02010800040101010101" charset="-122"/>
                  <a:sym typeface="+mn-ea"/>
                </a:rPr>
                <a:t>谢</a:t>
              </a:r>
            </a:p>
          </p:txBody>
        </p:sp>
        <p:sp>
          <p:nvSpPr>
            <p:cNvPr id="9" name="文本框 8">
              <a:extLst>
                <a:ext uri="{FF2B5EF4-FFF2-40B4-BE49-F238E27FC236}">
                  <a16:creationId xmlns:a16="http://schemas.microsoft.com/office/drawing/2014/main" id="{AB23454F-050A-A35E-B6B0-76A2722DBBC0}"/>
                </a:ext>
              </a:extLst>
            </p:cNvPr>
            <p:cNvSpPr txBox="1"/>
            <p:nvPr/>
          </p:nvSpPr>
          <p:spPr>
            <a:xfrm>
              <a:off x="10743490" y="2332590"/>
              <a:ext cx="1969771" cy="333440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9900" dirty="0">
                  <a:solidFill>
                    <a:prstClr val="white"/>
                  </a:solidFill>
                  <a:effectLst>
                    <a:glow rad="25400">
                      <a:prstClr val="white">
                        <a:alpha val="20000"/>
                      </a:prstClr>
                    </a:glow>
                    <a:outerShdw blurRad="50800" dist="38100" dir="2700000" algn="tl" rotWithShape="0">
                      <a:prstClr val="black">
                        <a:alpha val="40000"/>
                      </a:prstClr>
                    </a:outerShdw>
                  </a:effectLst>
                  <a:latin typeface="华文行楷" panose="02010800040101010101" charset="-122"/>
                  <a:ea typeface="华文行楷" panose="02010800040101010101" charset="-122"/>
                  <a:cs typeface="微软雅黑" charset="-122"/>
                  <a:sym typeface="+mn-ea"/>
                </a:rPr>
                <a:t>看</a:t>
              </a:r>
              <a:endParaRPr kumimoji="0" lang="zh-CN" altLang="en-US" sz="19900" b="0" i="0" u="none" strike="noStrike" kern="1200" cap="none" spc="0" normalizeH="0" baseline="0" noProof="0" dirty="0">
                <a:ln>
                  <a:noFill/>
                </a:ln>
                <a:solidFill>
                  <a:prstClr val="white"/>
                </a:solidFill>
                <a:effectLst>
                  <a:glow rad="25400">
                    <a:prstClr val="white">
                      <a:alpha val="20000"/>
                    </a:prstClr>
                  </a:glow>
                  <a:outerShdw blurRad="50800" dist="38100" dir="2700000" algn="tl" rotWithShape="0">
                    <a:prstClr val="black">
                      <a:alpha val="40000"/>
                    </a:prstClr>
                  </a:outerShdw>
                </a:effectLst>
                <a:uLnTx/>
                <a:uFillTx/>
                <a:latin typeface="华文行楷" panose="02010800040101010101" charset="-122"/>
                <a:ea typeface="华文行楷" panose="02010800040101010101" charset="-122"/>
                <a:cs typeface="微软雅黑" charset="-122"/>
                <a:sym typeface="+mn-ea"/>
              </a:endParaRPr>
            </a:p>
          </p:txBody>
        </p:sp>
      </p:grpSp>
      <p:pic>
        <p:nvPicPr>
          <p:cNvPr id="10" name="图片 6" descr="图片包含 标志, 照片, 食物, 停止&#10;&#10;描述已自动生成">
            <a:extLst>
              <a:ext uri="{FF2B5EF4-FFF2-40B4-BE49-F238E27FC236}">
                <a16:creationId xmlns:a16="http://schemas.microsoft.com/office/drawing/2014/main" id="{D80D874F-7968-7B58-48A9-E2BAAE84DDBD}"/>
              </a:ext>
            </a:extLst>
          </p:cNvPr>
          <p:cNvPicPr>
            <a:picLocks noChangeAspect="1"/>
          </p:cNvPicPr>
          <p:nvPr>
            <p:custDataLst>
              <p:tags r:id="rId1"/>
            </p:custDataLst>
          </p:nvPr>
        </p:nvPicPr>
        <p:blipFill>
          <a:blip r:embed="rId8" cstate="print"/>
          <a:stretch>
            <a:fillRect/>
          </a:stretch>
        </p:blipFill>
        <p:spPr>
          <a:xfrm>
            <a:off x="215817" y="140452"/>
            <a:ext cx="2601236" cy="803694"/>
          </a:xfrm>
          <a:prstGeom prst="rect">
            <a:avLst/>
          </a:prstGeom>
        </p:spPr>
      </p:pic>
      <p:sp>
        <p:nvSpPr>
          <p:cNvPr id="70" name="任意多边形: 形状 69">
            <a:extLst>
              <a:ext uri="{FF2B5EF4-FFF2-40B4-BE49-F238E27FC236}">
                <a16:creationId xmlns:a16="http://schemas.microsoft.com/office/drawing/2014/main" id="{4CF8F8F8-EF02-5746-BB47-F1B65D16E25D}"/>
              </a:ext>
            </a:extLst>
          </p:cNvPr>
          <p:cNvSpPr/>
          <p:nvPr/>
        </p:nvSpPr>
        <p:spPr>
          <a:xfrm rot="21419250">
            <a:off x="121656" y="6296830"/>
            <a:ext cx="12118748" cy="1197037"/>
          </a:xfrm>
          <a:custGeom>
            <a:avLst/>
            <a:gdLst>
              <a:gd name="connsiteX0" fmla="*/ 12118748 w 12118748"/>
              <a:gd name="connsiteY0" fmla="*/ 9701 h 1197037"/>
              <a:gd name="connsiteX1" fmla="*/ 12056124 w 12118748"/>
              <a:gd name="connsiteY1" fmla="*/ 670749 h 1197037"/>
              <a:gd name="connsiteX2" fmla="*/ 11502946 w 12118748"/>
              <a:gd name="connsiteY2" fmla="*/ 639960 h 1197037"/>
              <a:gd name="connsiteX3" fmla="*/ 8287832 w 12118748"/>
              <a:gd name="connsiteY3" fmla="*/ 562568 h 1197037"/>
              <a:gd name="connsiteX4" fmla="*/ 8202390 w 12118748"/>
              <a:gd name="connsiteY4" fmla="*/ 563066 h 1197037"/>
              <a:gd name="connsiteX5" fmla="*/ 8096633 w 12118748"/>
              <a:gd name="connsiteY5" fmla="*/ 562567 h 1197037"/>
              <a:gd name="connsiteX6" fmla="*/ 73151 w 12118748"/>
              <a:gd name="connsiteY6" fmla="*/ 1177902 h 1197037"/>
              <a:gd name="connsiteX7" fmla="*/ 0 w 12118748"/>
              <a:gd name="connsiteY7" fmla="*/ 1197037 h 1197037"/>
              <a:gd name="connsiteX8" fmla="*/ 60337 w 12118748"/>
              <a:gd name="connsiteY8" fmla="*/ 1170582 h 1197037"/>
              <a:gd name="connsiteX9" fmla="*/ 8283188 w 12118748"/>
              <a:gd name="connsiteY9" fmla="*/ 65395 h 1197037"/>
              <a:gd name="connsiteX10" fmla="*/ 11892501 w 12118748"/>
              <a:gd name="connsiteY10" fmla="*/ 4842 h 1197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18748" h="1197037">
                <a:moveTo>
                  <a:pt x="12118748" y="9701"/>
                </a:moveTo>
                <a:lnTo>
                  <a:pt x="12056124" y="670749"/>
                </a:lnTo>
                <a:lnTo>
                  <a:pt x="11502946" y="639960"/>
                </a:lnTo>
                <a:cubicBezTo>
                  <a:pt x="10507433" y="590008"/>
                  <a:pt x="9422816" y="562568"/>
                  <a:pt x="8287832" y="562568"/>
                </a:cubicBezTo>
                <a:lnTo>
                  <a:pt x="8202390" y="563066"/>
                </a:lnTo>
                <a:lnTo>
                  <a:pt x="8096633" y="562567"/>
                </a:lnTo>
                <a:cubicBezTo>
                  <a:pt x="4587391" y="562568"/>
                  <a:pt x="1548575" y="812972"/>
                  <a:pt x="73151" y="1177902"/>
                </a:cubicBezTo>
                <a:lnTo>
                  <a:pt x="0" y="1197037"/>
                </a:lnTo>
                <a:lnTo>
                  <a:pt x="60337" y="1170582"/>
                </a:lnTo>
                <a:cubicBezTo>
                  <a:pt x="1248424" y="685489"/>
                  <a:pt x="4475235" y="233368"/>
                  <a:pt x="8283188" y="65395"/>
                </a:cubicBezTo>
                <a:cubicBezTo>
                  <a:pt x="9568253" y="8710"/>
                  <a:pt x="10790241" y="-9913"/>
                  <a:pt x="11892501" y="4842"/>
                </a:cubicBezTo>
                <a:close/>
              </a:path>
            </a:pathLst>
          </a:custGeom>
          <a:solidFill>
            <a:srgbClr val="F2BA02">
              <a:lumMod val="20000"/>
              <a:lumOff val="80000"/>
            </a:srgbClr>
          </a:solidFill>
          <a:ln w="15875" cap="flat" cmpd="sng" algn="ctr">
            <a:noFill/>
            <a:prstDash val="solid"/>
            <a:miter lim="800000"/>
          </a:ln>
          <a:effectLst>
            <a:outerShdw blurRad="190500" dist="114300" dir="5400000" sx="102000" sy="102000" algn="ctr" rotWithShape="0">
              <a:srgbClr val="4874CB">
                <a:alpha val="20000"/>
              </a:srgbClr>
            </a:outerShdw>
          </a:effectLst>
        </p:spPr>
        <p:txBody>
          <a:bodyPr rot="0" spcFirstLastPara="0"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4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4" name="文本框 7">
            <a:extLst>
              <a:ext uri="{FF2B5EF4-FFF2-40B4-BE49-F238E27FC236}">
                <a16:creationId xmlns:a16="http://schemas.microsoft.com/office/drawing/2014/main" id="{9AD2C1DB-9B6F-6F45-779F-FA90F62684CA}"/>
              </a:ext>
            </a:extLst>
          </p:cNvPr>
          <p:cNvSpPr txBox="1"/>
          <p:nvPr>
            <p:custDataLst>
              <p:tags r:id="rId2"/>
            </p:custDataLst>
          </p:nvPr>
        </p:nvSpPr>
        <p:spPr>
          <a:xfrm>
            <a:off x="3370580" y="5265585"/>
            <a:ext cx="5450840" cy="1348740"/>
          </a:xfrm>
          <a:prstGeom prst="rect">
            <a:avLst/>
          </a:prstGeom>
          <a:noFill/>
          <a:ln>
            <a:noFill/>
          </a:ln>
        </p:spPr>
        <p:txBody>
          <a:bodyPr wrap="square" rtlCol="0">
            <a:no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1D3F69"/>
                </a:solidFill>
                <a:effectLst/>
                <a:uLnTx/>
                <a:uFillTx/>
                <a:latin typeface="微软雅黑" charset="-122"/>
                <a:ea typeface="微软雅黑" charset="-122"/>
                <a:cs typeface="+mn-cs"/>
                <a:sym typeface="+mn-ea"/>
              </a:rPr>
              <a:t>姓名：暨小南</a:t>
            </a:r>
            <a:endParaRPr kumimoji="0" lang="en-US" altLang="zh-CN" sz="2800" b="1" i="0" u="none" strike="noStrike" kern="1200" cap="none" spc="0" normalizeH="0" baseline="0" noProof="0" dirty="0">
              <a:ln>
                <a:noFill/>
              </a:ln>
              <a:solidFill>
                <a:srgbClr val="1D3F69"/>
              </a:solidFill>
              <a:effectLst/>
              <a:uLnTx/>
              <a:uFillTx/>
              <a:latin typeface="微软雅黑" charset="-122"/>
              <a:ea typeface="微软雅黑" charset="-122"/>
              <a:cs typeface="+mn-cs"/>
              <a:sym typeface="+mn-ea"/>
            </a:endParaRPr>
          </a:p>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rgbClr val="1D3F69"/>
                </a:solidFill>
                <a:effectLst/>
                <a:uLnTx/>
                <a:uFillTx/>
                <a:latin typeface="微软雅黑" charset="-122"/>
                <a:ea typeface="微软雅黑" charset="-122"/>
                <a:cs typeface="微软雅黑" charset="-122"/>
                <a:sym typeface="+mn-ea"/>
              </a:rPr>
              <a:t>XX</a:t>
            </a:r>
            <a:r>
              <a:rPr kumimoji="0" lang="zh-CN" altLang="en-US" sz="2800" b="0" i="0" u="none" strike="noStrike" kern="1200" cap="none" spc="0" normalizeH="0" baseline="0" noProof="0" dirty="0">
                <a:ln>
                  <a:noFill/>
                </a:ln>
                <a:solidFill>
                  <a:srgbClr val="1D3F69"/>
                </a:solidFill>
                <a:effectLst/>
                <a:uLnTx/>
                <a:uFillTx/>
                <a:latin typeface="微软雅黑" charset="-122"/>
                <a:ea typeface="微软雅黑" charset="-122"/>
                <a:cs typeface="微软雅黑" charset="-122"/>
                <a:sym typeface="+mn-ea"/>
              </a:rPr>
              <a:t>学院</a:t>
            </a:r>
            <a:r>
              <a:rPr kumimoji="0" lang="en-US" altLang="zh-CN" sz="2800" b="0" i="0" u="none" strike="noStrike" kern="1200" cap="none" spc="0" normalizeH="0" baseline="0" noProof="0" dirty="0">
                <a:ln>
                  <a:noFill/>
                </a:ln>
                <a:solidFill>
                  <a:srgbClr val="1D3F69"/>
                </a:solidFill>
                <a:effectLst/>
                <a:uLnTx/>
                <a:uFillTx/>
                <a:latin typeface="微软雅黑" charset="-122"/>
                <a:ea typeface="微软雅黑" charset="-122"/>
                <a:cs typeface="微软雅黑" charset="-122"/>
                <a:sym typeface="+mn-ea"/>
              </a:rPr>
              <a:t>2025</a:t>
            </a:r>
            <a:r>
              <a:rPr kumimoji="0" lang="zh-CN" altLang="en-US" sz="2800" b="0" i="0" u="none" strike="noStrike" kern="1200" cap="none" spc="0" normalizeH="0" baseline="0" noProof="0" dirty="0">
                <a:ln>
                  <a:noFill/>
                </a:ln>
                <a:solidFill>
                  <a:srgbClr val="1D3F69"/>
                </a:solidFill>
                <a:effectLst/>
                <a:uLnTx/>
                <a:uFillTx/>
                <a:latin typeface="微软雅黑" charset="-122"/>
                <a:ea typeface="微软雅黑" charset="-122"/>
                <a:cs typeface="微软雅黑" charset="-122"/>
                <a:sym typeface="+mn-ea"/>
              </a:rPr>
              <a:t>级</a:t>
            </a:r>
            <a:r>
              <a:rPr kumimoji="0" lang="en-US" altLang="zh-CN" sz="2800" b="0" i="0" u="none" strike="noStrike" kern="1200" cap="none" spc="0" normalizeH="0" baseline="0" noProof="0" dirty="0">
                <a:ln>
                  <a:noFill/>
                </a:ln>
                <a:solidFill>
                  <a:srgbClr val="1D3F69"/>
                </a:solidFill>
                <a:effectLst/>
                <a:uLnTx/>
                <a:uFillTx/>
                <a:latin typeface="微软雅黑" charset="-122"/>
                <a:ea typeface="微软雅黑" charset="-122"/>
                <a:cs typeface="微软雅黑" charset="-122"/>
                <a:sym typeface="+mn-ea"/>
              </a:rPr>
              <a:t>XXX</a:t>
            </a:r>
            <a:r>
              <a:rPr kumimoji="0" lang="zh-CN" altLang="en-US" sz="2800" b="0" i="0" u="none" strike="noStrike" kern="1200" cap="none" spc="0" normalizeH="0" baseline="0" noProof="0" dirty="0">
                <a:ln>
                  <a:noFill/>
                </a:ln>
                <a:solidFill>
                  <a:srgbClr val="1D3F69"/>
                </a:solidFill>
                <a:effectLst/>
                <a:uLnTx/>
                <a:uFillTx/>
                <a:latin typeface="微软雅黑" charset="-122"/>
                <a:ea typeface="微软雅黑" charset="-122"/>
                <a:cs typeface="微软雅黑" charset="-122"/>
                <a:sym typeface="+mn-ea"/>
              </a:rPr>
              <a:t>专业</a:t>
            </a:r>
          </a:p>
        </p:txBody>
      </p:sp>
      <p:grpSp>
        <p:nvGrpSpPr>
          <p:cNvPr id="64" name="组合 63">
            <a:extLst>
              <a:ext uri="{FF2B5EF4-FFF2-40B4-BE49-F238E27FC236}">
                <a16:creationId xmlns:a16="http://schemas.microsoft.com/office/drawing/2014/main" id="{36E982AB-261C-C20D-D8BE-2F3357894143}"/>
              </a:ext>
            </a:extLst>
          </p:cNvPr>
          <p:cNvGrpSpPr/>
          <p:nvPr/>
        </p:nvGrpSpPr>
        <p:grpSpPr>
          <a:xfrm>
            <a:off x="-12520" y="3747565"/>
            <a:ext cx="12217040" cy="1602243"/>
            <a:chOff x="-25040" y="3573689"/>
            <a:chExt cx="12217040" cy="1602243"/>
          </a:xfrm>
        </p:grpSpPr>
        <p:sp>
          <p:nvSpPr>
            <p:cNvPr id="45" name="矩形 44">
              <a:extLst>
                <a:ext uri="{FF2B5EF4-FFF2-40B4-BE49-F238E27FC236}">
                  <a16:creationId xmlns:a16="http://schemas.microsoft.com/office/drawing/2014/main" id="{7409CF5A-A621-0877-E95F-E3925080E09D}"/>
                </a:ext>
              </a:extLst>
            </p:cNvPr>
            <p:cNvSpPr/>
            <p:nvPr/>
          </p:nvSpPr>
          <p:spPr>
            <a:xfrm>
              <a:off x="-12520" y="3573689"/>
              <a:ext cx="12192000" cy="1602243"/>
            </a:xfrm>
            <a:prstGeom prst="rect">
              <a:avLst/>
            </a:prstGeom>
            <a:solidFill>
              <a:schemeClr val="accent5">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6" name="矩形 15">
              <a:extLst>
                <a:ext uri="{FF2B5EF4-FFF2-40B4-BE49-F238E27FC236}">
                  <a16:creationId xmlns:a16="http://schemas.microsoft.com/office/drawing/2014/main" id="{AF69010B-FF17-80C4-84C5-5DDE151565FE}"/>
                </a:ext>
              </a:extLst>
            </p:cNvPr>
            <p:cNvSpPr/>
            <p:nvPr/>
          </p:nvSpPr>
          <p:spPr>
            <a:xfrm>
              <a:off x="-25040" y="3670296"/>
              <a:ext cx="12217040" cy="1440264"/>
            </a:xfrm>
            <a:prstGeom prst="rect">
              <a:avLst/>
            </a:prstGeom>
            <a:solidFill>
              <a:srgbClr val="4874CB">
                <a:lumMod val="75000"/>
                <a:alpha val="64000"/>
              </a:srgbClr>
            </a:solidFill>
            <a:ln w="12700" cap="flat" cmpd="sng" algn="ctr">
              <a:solidFill>
                <a:srgbClr val="4874CB">
                  <a:shade val="15000"/>
                  <a:alpha val="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srgbClr val="FCE096"/>
                </a:solidFill>
                <a:effectLst/>
                <a:uLnTx/>
                <a:uFillTx/>
                <a:latin typeface="微软雅黑" panose="020B0503020204020204" pitchFamily="34" charset="-122"/>
                <a:ea typeface="微软雅黑" panose="020B0503020204020204" pitchFamily="34" charset="-122"/>
                <a:cs typeface="+mn-cs"/>
              </a:endParaRPr>
            </a:p>
          </p:txBody>
        </p:sp>
        <p:sp>
          <p:nvSpPr>
            <p:cNvPr id="15" name="文本框 3">
              <a:extLst>
                <a:ext uri="{FF2B5EF4-FFF2-40B4-BE49-F238E27FC236}">
                  <a16:creationId xmlns:a16="http://schemas.microsoft.com/office/drawing/2014/main" id="{FB5D717A-8528-F8EB-ABC5-79AD5907AFA1}"/>
                </a:ext>
              </a:extLst>
            </p:cNvPr>
            <p:cNvSpPr txBox="1"/>
            <p:nvPr>
              <p:custDataLst>
                <p:tags r:id="rId3"/>
              </p:custDataLst>
            </p:nvPr>
          </p:nvSpPr>
          <p:spPr>
            <a:xfrm>
              <a:off x="666058" y="4039652"/>
              <a:ext cx="1083484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000" b="0" i="0" u="none" strike="noStrike" kern="1200" cap="none" spc="-150" normalizeH="0" baseline="0" noProof="0" dirty="0">
                  <a:ln>
                    <a:noFill/>
                  </a:ln>
                  <a:solidFill>
                    <a:prstClr val="white"/>
                  </a:solidFill>
                  <a:effectLst/>
                  <a:uLnTx/>
                  <a:uFillTx/>
                  <a:latin typeface="微软雅黑" charset="0"/>
                  <a:ea typeface="微软雅黑" charset="0"/>
                  <a:cs typeface="微软雅黑" charset="0"/>
                  <a:sym typeface="+mn-ea"/>
                </a:rPr>
                <a:t>暨南大学主题活动汇报模板</a:t>
              </a:r>
              <a:endParaRPr kumimoji="0" lang="zh-CN" altLang="zh-CN" sz="4000" b="0" i="0" u="none" strike="noStrike" kern="1200" cap="none" spc="0" normalizeH="0" baseline="0" noProof="0" dirty="0">
                <a:ln>
                  <a:noFill/>
                </a:ln>
                <a:solidFill>
                  <a:prstClr val="white"/>
                </a:solidFill>
                <a:effectLst/>
                <a:uLnTx/>
                <a:uFillTx/>
                <a:latin typeface="微软雅黑" charset="0"/>
                <a:ea typeface="微软雅黑" charset="0"/>
                <a:cs typeface="微软雅黑" charset="0"/>
              </a:endParaRPr>
            </a:p>
          </p:txBody>
        </p:sp>
      </p:grpSp>
      <p:pic>
        <p:nvPicPr>
          <p:cNvPr id="67" name="图片 66">
            <a:extLst>
              <a:ext uri="{FF2B5EF4-FFF2-40B4-BE49-F238E27FC236}">
                <a16:creationId xmlns:a16="http://schemas.microsoft.com/office/drawing/2014/main" id="{DDCF8474-B0CC-5735-16A9-397FE90CDD8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840308" y="4787500"/>
            <a:ext cx="6681444" cy="220230"/>
          </a:xfrm>
          <a:prstGeom prst="rect">
            <a:avLst/>
          </a:prstGeom>
        </p:spPr>
      </p:pic>
      <p:pic>
        <p:nvPicPr>
          <p:cNvPr id="69" name="图片 68" descr="查看图片">
            <a:extLst>
              <a:ext uri="{FF2B5EF4-FFF2-40B4-BE49-F238E27FC236}">
                <a16:creationId xmlns:a16="http://schemas.microsoft.com/office/drawing/2014/main" id="{F59AD4C6-B20E-9501-8FAE-49DAA8105FAE}"/>
              </a:ext>
            </a:extLst>
          </p:cNvPr>
          <p:cNvPicPr>
            <a:picLocks noChangeAspect="1" noChangeArrowheads="1"/>
          </p:cNvPicPr>
          <p:nvPr/>
        </p:nvPicPr>
        <p:blipFill rotWithShape="1">
          <a:blip r:embed="rId10">
            <a:duotone>
              <a:srgbClr val="4874CB">
                <a:shade val="45000"/>
                <a:satMod val="135000"/>
              </a:srgbClr>
              <a:prstClr val="white"/>
            </a:duotone>
            <a:extLst>
              <a:ext uri="{BEBA8EAE-BF5A-486C-A8C5-ECC9F3942E4B}">
                <a14:imgProps xmlns:a14="http://schemas.microsoft.com/office/drawing/2010/main">
                  <a14:imgLayer r:embed="rId11">
                    <a14:imgEffect>
                      <a14:colorTemperature colorTemp="10819"/>
                    </a14:imgEffect>
                    <a14:imgEffect>
                      <a14:saturation sat="104000"/>
                    </a14:imgEffect>
                    <a14:imgEffect>
                      <a14:brightnessContrast bright="21000" contrast="-23000"/>
                    </a14:imgEffect>
                  </a14:imgLayer>
                </a14:imgProps>
              </a:ext>
              <a:ext uri="{28A0092B-C50C-407E-A947-70E740481C1C}">
                <a14:useLocalDpi xmlns:a14="http://schemas.microsoft.com/office/drawing/2010/main" val="0"/>
              </a:ext>
            </a:extLst>
          </a:blip>
          <a:srcRect l="32890" t="59668" r="39968" b="3779"/>
          <a:stretch>
            <a:fillRect/>
          </a:stretch>
        </p:blipFill>
        <p:spPr bwMode="auto">
          <a:xfrm flipH="1">
            <a:off x="0" y="5945954"/>
            <a:ext cx="12192000" cy="963990"/>
          </a:xfrm>
          <a:custGeom>
            <a:avLst/>
            <a:gdLst>
              <a:gd name="connsiteX0" fmla="*/ 12192000 w 12192000"/>
              <a:gd name="connsiteY0" fmla="*/ 0 h 2537673"/>
              <a:gd name="connsiteX1" fmla="*/ 0 w 12192000"/>
              <a:gd name="connsiteY1" fmla="*/ 0 h 2537673"/>
              <a:gd name="connsiteX2" fmla="*/ 0 w 12192000"/>
              <a:gd name="connsiteY2" fmla="*/ 2537673 h 2537673"/>
              <a:gd name="connsiteX3" fmla="*/ 12192000 w 12192000"/>
              <a:gd name="connsiteY3" fmla="*/ 2537673 h 2537673"/>
            </a:gdLst>
            <a:ahLst/>
            <a:cxnLst>
              <a:cxn ang="0">
                <a:pos x="connsiteX0" y="connsiteY0"/>
              </a:cxn>
              <a:cxn ang="0">
                <a:pos x="connsiteX1" y="connsiteY1"/>
              </a:cxn>
              <a:cxn ang="0">
                <a:pos x="connsiteX2" y="connsiteY2"/>
              </a:cxn>
              <a:cxn ang="0">
                <a:pos x="connsiteX3" y="connsiteY3"/>
              </a:cxn>
            </a:cxnLst>
            <a:rect l="l" t="t" r="r" b="b"/>
            <a:pathLst>
              <a:path w="12192000" h="2537673">
                <a:moveTo>
                  <a:pt x="12192000" y="0"/>
                </a:moveTo>
                <a:lnTo>
                  <a:pt x="0" y="0"/>
                </a:lnTo>
                <a:lnTo>
                  <a:pt x="0" y="2537673"/>
                </a:lnTo>
                <a:lnTo>
                  <a:pt x="12192000" y="253767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9126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6">
            <a:lum/>
          </a:blip>
          <a:srcRect/>
          <a:stretch>
            <a:fillRect t="-17000" b="-17000"/>
          </a:stretch>
        </a:blipFill>
        <a:effectLst/>
      </p:bgPr>
    </p:bg>
    <p:spTree>
      <p:nvGrpSpPr>
        <p:cNvPr id="1" name="">
          <a:extLst>
            <a:ext uri="{FF2B5EF4-FFF2-40B4-BE49-F238E27FC236}">
              <a16:creationId xmlns:a16="http://schemas.microsoft.com/office/drawing/2014/main" id="{464165A0-05D8-9836-CF0B-112C244A9BFF}"/>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F487EA04-F2EF-6CA0-C872-887E2DE46B5E}"/>
              </a:ext>
            </a:extLst>
          </p:cNvPr>
          <p:cNvSpPr/>
          <p:nvPr/>
        </p:nvSpPr>
        <p:spPr>
          <a:xfrm>
            <a:off x="0" y="0"/>
            <a:ext cx="12192000" cy="6858000"/>
          </a:xfrm>
          <a:prstGeom prst="rect">
            <a:avLst/>
          </a:prstGeom>
          <a:gradFill flip="none" rotWithShape="1">
            <a:gsLst>
              <a:gs pos="13984">
                <a:srgbClr val="5D8CC7">
                  <a:alpha val="28000"/>
                </a:srgbClr>
              </a:gs>
              <a:gs pos="43000">
                <a:srgbClr val="A6C0E0">
                  <a:alpha val="40000"/>
                </a:srgbClr>
              </a:gs>
              <a:gs pos="0">
                <a:srgbClr val="336EB8">
                  <a:alpha val="31000"/>
                </a:srgbClr>
              </a:gs>
              <a:gs pos="100000">
                <a:sysClr val="window" lastClr="FFFFFF">
                  <a:alpha val="0"/>
                </a:sysClr>
              </a:gs>
            </a:gsLst>
            <a:lin ang="162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a:cs typeface="+mn-cs"/>
            </a:endParaRPr>
          </a:p>
        </p:txBody>
      </p:sp>
      <p:sp>
        <p:nvSpPr>
          <p:cNvPr id="3" name="矩形 2">
            <a:extLst>
              <a:ext uri="{FF2B5EF4-FFF2-40B4-BE49-F238E27FC236}">
                <a16:creationId xmlns:a16="http://schemas.microsoft.com/office/drawing/2014/main" id="{73CF307F-07CB-92C9-E917-BA23882A4BD4}"/>
              </a:ext>
            </a:extLst>
          </p:cNvPr>
          <p:cNvSpPr/>
          <p:nvPr/>
        </p:nvSpPr>
        <p:spPr>
          <a:xfrm>
            <a:off x="0" y="3613574"/>
            <a:ext cx="12192000" cy="1693507"/>
          </a:xfrm>
          <a:prstGeom prst="rect">
            <a:avLst/>
          </a:prstGeom>
          <a:gradFill>
            <a:gsLst>
              <a:gs pos="80000">
                <a:srgbClr val="234E81"/>
              </a:gs>
              <a:gs pos="0">
                <a:srgbClr val="3978BF"/>
              </a:gs>
              <a:gs pos="100000">
                <a:srgbClr val="255187"/>
              </a:gs>
            </a:gsLst>
            <a:lin ang="27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a:cs typeface="+mn-cs"/>
            </a:endParaRPr>
          </a:p>
        </p:txBody>
      </p:sp>
      <p:sp>
        <p:nvSpPr>
          <p:cNvPr id="4" name="文本框 7">
            <a:extLst>
              <a:ext uri="{FF2B5EF4-FFF2-40B4-BE49-F238E27FC236}">
                <a16:creationId xmlns:a16="http://schemas.microsoft.com/office/drawing/2014/main" id="{6D8BB1B9-19CC-C3CB-5825-34E81AD59116}"/>
              </a:ext>
            </a:extLst>
          </p:cNvPr>
          <p:cNvSpPr txBox="1"/>
          <p:nvPr>
            <p:custDataLst>
              <p:tags r:id="rId1"/>
            </p:custDataLst>
          </p:nvPr>
        </p:nvSpPr>
        <p:spPr>
          <a:xfrm>
            <a:off x="3392874" y="5431038"/>
            <a:ext cx="5450840" cy="1348740"/>
          </a:xfrm>
          <a:prstGeom prst="rect">
            <a:avLst/>
          </a:prstGeom>
          <a:noFill/>
          <a:ln>
            <a:noFill/>
          </a:ln>
        </p:spPr>
        <p:txBody>
          <a:bodyPr wrap="square" rtlCol="0">
            <a:noAutofit/>
          </a:bodyPr>
          <a:lstStyle/>
          <a:p>
            <a:pPr algn="ctr">
              <a:lnSpc>
                <a:spcPct val="130000"/>
              </a:lnSpc>
            </a:pPr>
            <a:r>
              <a:rPr lang="zh-CN" altLang="en-US" sz="2800" b="1" dirty="0">
                <a:solidFill>
                  <a:srgbClr val="1D3F69"/>
                </a:solidFill>
                <a:latin typeface="微软雅黑" charset="-122"/>
                <a:ea typeface="微软雅黑" charset="-122"/>
                <a:sym typeface="+mn-ea"/>
              </a:rPr>
              <a:t>姓名：暨小南</a:t>
            </a:r>
            <a:endParaRPr lang="en-US" altLang="zh-CN" sz="2800" b="1" dirty="0">
              <a:solidFill>
                <a:srgbClr val="1D3F69"/>
              </a:solidFill>
              <a:latin typeface="微软雅黑" charset="-122"/>
              <a:ea typeface="微软雅黑" charset="-122"/>
              <a:sym typeface="+mn-ea"/>
            </a:endParaRPr>
          </a:p>
          <a:p>
            <a:pPr algn="ctr">
              <a:lnSpc>
                <a:spcPct val="130000"/>
              </a:lnSpc>
            </a:pPr>
            <a:r>
              <a:rPr lang="en-US" altLang="zh-CN" sz="2800" dirty="0">
                <a:solidFill>
                  <a:srgbClr val="1D3F69"/>
                </a:solidFill>
                <a:latin typeface="微软雅黑" charset="-122"/>
                <a:ea typeface="微软雅黑" charset="-122"/>
                <a:cs typeface="微软雅黑" charset="-122"/>
                <a:sym typeface="+mn-ea"/>
              </a:rPr>
              <a:t>XX</a:t>
            </a:r>
            <a:r>
              <a:rPr lang="zh-CN" altLang="en-US" sz="2800" dirty="0">
                <a:solidFill>
                  <a:srgbClr val="1D3F69"/>
                </a:solidFill>
                <a:latin typeface="微软雅黑" charset="-122"/>
                <a:ea typeface="微软雅黑" charset="-122"/>
                <a:cs typeface="微软雅黑" charset="-122"/>
                <a:sym typeface="+mn-ea"/>
              </a:rPr>
              <a:t>学院</a:t>
            </a:r>
            <a:r>
              <a:rPr lang="en-US" altLang="zh-CN" sz="2800" dirty="0">
                <a:solidFill>
                  <a:srgbClr val="1D3F69"/>
                </a:solidFill>
                <a:latin typeface="微软雅黑" charset="-122"/>
                <a:ea typeface="微软雅黑" charset="-122"/>
                <a:cs typeface="微软雅黑" charset="-122"/>
                <a:sym typeface="+mn-ea"/>
              </a:rPr>
              <a:t>2025</a:t>
            </a:r>
            <a:r>
              <a:rPr lang="zh-CN" altLang="en-US" sz="2800" dirty="0">
                <a:solidFill>
                  <a:srgbClr val="1D3F69"/>
                </a:solidFill>
                <a:latin typeface="微软雅黑" charset="-122"/>
                <a:ea typeface="微软雅黑" charset="-122"/>
                <a:cs typeface="微软雅黑" charset="-122"/>
                <a:sym typeface="+mn-ea"/>
              </a:rPr>
              <a:t>级</a:t>
            </a:r>
            <a:r>
              <a:rPr lang="en-US" altLang="zh-CN" sz="2800" dirty="0">
                <a:solidFill>
                  <a:srgbClr val="1D3F69"/>
                </a:solidFill>
                <a:latin typeface="微软雅黑" charset="-122"/>
                <a:ea typeface="微软雅黑" charset="-122"/>
                <a:cs typeface="微软雅黑" charset="-122"/>
                <a:sym typeface="+mn-ea"/>
              </a:rPr>
              <a:t>XXX</a:t>
            </a:r>
            <a:r>
              <a:rPr lang="zh-CN" altLang="en-US" sz="2800" dirty="0">
                <a:solidFill>
                  <a:srgbClr val="1D3F69"/>
                </a:solidFill>
                <a:latin typeface="微软雅黑" charset="-122"/>
                <a:ea typeface="微软雅黑" charset="-122"/>
                <a:cs typeface="微软雅黑" charset="-122"/>
                <a:sym typeface="+mn-ea"/>
              </a:rPr>
              <a:t>专业</a:t>
            </a:r>
          </a:p>
        </p:txBody>
      </p:sp>
      <p:sp>
        <p:nvSpPr>
          <p:cNvPr id="5" name="文本框 3">
            <a:extLst>
              <a:ext uri="{FF2B5EF4-FFF2-40B4-BE49-F238E27FC236}">
                <a16:creationId xmlns:a16="http://schemas.microsoft.com/office/drawing/2014/main" id="{1D70C5C5-BDF9-4AC8-17A0-CBDBB089D349}"/>
              </a:ext>
            </a:extLst>
          </p:cNvPr>
          <p:cNvSpPr txBox="1"/>
          <p:nvPr>
            <p:custDataLst>
              <p:tags r:id="rId2"/>
            </p:custDataLst>
          </p:nvPr>
        </p:nvSpPr>
        <p:spPr>
          <a:xfrm>
            <a:off x="705556" y="4115852"/>
            <a:ext cx="10834844" cy="707886"/>
          </a:xfrm>
          <a:prstGeom prst="rect">
            <a:avLst/>
          </a:prstGeom>
          <a:noFill/>
        </p:spPr>
        <p:txBody>
          <a:bodyPr wrap="square" rtlCol="0">
            <a:spAutoFit/>
          </a:bodyPr>
          <a:lstStyle/>
          <a:p>
            <a:pPr algn="ctr"/>
            <a:r>
              <a:rPr lang="zh-CN" altLang="en-US" sz="4000" spc="-150" dirty="0">
                <a:solidFill>
                  <a:prstClr val="white"/>
                </a:solidFill>
                <a:latin typeface="微软雅黑" charset="0"/>
                <a:ea typeface="微软雅黑" charset="0"/>
                <a:cs typeface="微软雅黑" charset="0"/>
                <a:sym typeface="+mn-ea"/>
              </a:rPr>
              <a:t>暨南大学主题活动汇报模板</a:t>
            </a:r>
            <a:endParaRPr lang="zh-CN" altLang="zh-CN" sz="4000" dirty="0">
              <a:solidFill>
                <a:prstClr val="white"/>
              </a:solidFill>
              <a:latin typeface="微软雅黑" charset="0"/>
              <a:ea typeface="微软雅黑" charset="0"/>
              <a:cs typeface="微软雅黑" charset="0"/>
            </a:endParaRPr>
          </a:p>
        </p:txBody>
      </p:sp>
      <p:grpSp>
        <p:nvGrpSpPr>
          <p:cNvPr id="6" name="组合 5">
            <a:extLst>
              <a:ext uri="{FF2B5EF4-FFF2-40B4-BE49-F238E27FC236}">
                <a16:creationId xmlns:a16="http://schemas.microsoft.com/office/drawing/2014/main" id="{7E1D6BEE-8168-7BBE-F349-B47BE8C8C421}"/>
              </a:ext>
            </a:extLst>
          </p:cNvPr>
          <p:cNvGrpSpPr/>
          <p:nvPr/>
        </p:nvGrpSpPr>
        <p:grpSpPr>
          <a:xfrm>
            <a:off x="1866013" y="905863"/>
            <a:ext cx="8459973" cy="3217859"/>
            <a:chOff x="6494162" y="2091340"/>
            <a:chExt cx="6073227" cy="3401152"/>
          </a:xfrm>
        </p:grpSpPr>
        <p:sp>
          <p:nvSpPr>
            <p:cNvPr id="7" name="文本框 12">
              <a:extLst>
                <a:ext uri="{FF2B5EF4-FFF2-40B4-BE49-F238E27FC236}">
                  <a16:creationId xmlns:a16="http://schemas.microsoft.com/office/drawing/2014/main" id="{12D67E7B-1F0E-EABF-8A22-5348193F8CAD}"/>
                </a:ext>
              </a:extLst>
            </p:cNvPr>
            <p:cNvSpPr txBox="1"/>
            <p:nvPr>
              <p:custDataLst>
                <p:tags r:id="rId4"/>
              </p:custDataLst>
            </p:nvPr>
          </p:nvSpPr>
          <p:spPr>
            <a:xfrm>
              <a:off x="6494162" y="2361038"/>
              <a:ext cx="1694997" cy="1693507"/>
            </a:xfrm>
            <a:prstGeom prst="rect">
              <a:avLst/>
            </a:prstGeom>
            <a:noFill/>
          </p:spPr>
          <p:txBody>
            <a:bodyPr wrap="square" rtlCol="0">
              <a:noAutofit/>
            </a:bodyPr>
            <a:lstStyle/>
            <a:p>
              <a:pPr algn="dist"/>
              <a:r>
                <a:rPr lang="zh-CN" altLang="en-US" sz="16600" dirty="0">
                  <a:gradFill>
                    <a:gsLst>
                      <a:gs pos="0">
                        <a:srgbClr val="2456A8"/>
                      </a:gs>
                      <a:gs pos="100000">
                        <a:srgbClr val="4184C7"/>
                      </a:gs>
                    </a:gsLst>
                    <a:lin ang="2700000" scaled="1"/>
                  </a:gradFill>
                  <a:effectLst>
                    <a:outerShdw blurRad="25400" dist="38100" dir="5400000" algn="t" rotWithShape="0">
                      <a:srgbClr val="3978BF">
                        <a:alpha val="38000"/>
                      </a:srgbClr>
                    </a:outerShdw>
                  </a:effectLst>
                  <a:latin typeface="华文行楷" panose="02010800040101010101" charset="-122"/>
                  <a:ea typeface="华文行楷" panose="02010800040101010101" charset="-122"/>
                  <a:cs typeface="微软雅黑" charset="-122"/>
                  <a:sym typeface="+mn-ea"/>
                </a:rPr>
                <a:t>汇</a:t>
              </a:r>
            </a:p>
          </p:txBody>
        </p:sp>
        <p:sp>
          <p:nvSpPr>
            <p:cNvPr id="9" name="文本框 8">
              <a:extLst>
                <a:ext uri="{FF2B5EF4-FFF2-40B4-BE49-F238E27FC236}">
                  <a16:creationId xmlns:a16="http://schemas.microsoft.com/office/drawing/2014/main" id="{DCBD2195-C1BE-ECF3-1ED5-B02BCA68DBB0}"/>
                </a:ext>
              </a:extLst>
            </p:cNvPr>
            <p:cNvSpPr txBox="1"/>
            <p:nvPr/>
          </p:nvSpPr>
          <p:spPr>
            <a:xfrm>
              <a:off x="9350902" y="2464949"/>
              <a:ext cx="1422400" cy="2553667"/>
            </a:xfrm>
            <a:prstGeom prst="rect">
              <a:avLst/>
            </a:prstGeom>
            <a:noFill/>
          </p:spPr>
          <p:txBody>
            <a:bodyPr wrap="square">
              <a:spAutoFit/>
            </a:bodyPr>
            <a:lstStyle/>
            <a:p>
              <a:r>
                <a:rPr lang="zh-CN" altLang="en-US" sz="15100" dirty="0">
                  <a:gradFill>
                    <a:gsLst>
                      <a:gs pos="0">
                        <a:srgbClr val="2456A8"/>
                      </a:gs>
                      <a:gs pos="100000">
                        <a:srgbClr val="4184C7"/>
                      </a:gs>
                    </a:gsLst>
                    <a:lin ang="2700000" scaled="1"/>
                  </a:gradFill>
                  <a:effectLst>
                    <a:outerShdw blurRad="25400" dist="38100" dir="5400000" algn="t" rotWithShape="0">
                      <a:srgbClr val="3978BF">
                        <a:alpha val="38000"/>
                      </a:srgbClr>
                    </a:outerShdw>
                  </a:effectLst>
                  <a:latin typeface="华文行楷" panose="02010800040101010101" charset="-122"/>
                  <a:ea typeface="华文行楷" panose="02010800040101010101" charset="-122"/>
                  <a:cs typeface="微软雅黑" charset="-122"/>
                  <a:sym typeface="+mn-ea"/>
                </a:rPr>
                <a:t>答</a:t>
              </a:r>
            </a:p>
          </p:txBody>
        </p:sp>
        <p:sp>
          <p:nvSpPr>
            <p:cNvPr id="10" name="文本框 9">
              <a:extLst>
                <a:ext uri="{FF2B5EF4-FFF2-40B4-BE49-F238E27FC236}">
                  <a16:creationId xmlns:a16="http://schemas.microsoft.com/office/drawing/2014/main" id="{16FE8D83-8B91-303B-8830-B14D1A1E66E5}"/>
                </a:ext>
              </a:extLst>
            </p:cNvPr>
            <p:cNvSpPr txBox="1"/>
            <p:nvPr/>
          </p:nvSpPr>
          <p:spPr>
            <a:xfrm>
              <a:off x="7815458" y="2091340"/>
              <a:ext cx="1694997" cy="3016210"/>
            </a:xfrm>
            <a:prstGeom prst="rect">
              <a:avLst/>
            </a:prstGeom>
            <a:noFill/>
          </p:spPr>
          <p:txBody>
            <a:bodyPr wrap="square">
              <a:spAutoFit/>
            </a:bodyPr>
            <a:lstStyle/>
            <a:p>
              <a:r>
                <a:rPr lang="zh-CN" altLang="en-US" sz="19000" dirty="0">
                  <a:gradFill>
                    <a:gsLst>
                      <a:gs pos="0">
                        <a:srgbClr val="2456A8"/>
                      </a:gs>
                      <a:gs pos="100000">
                        <a:srgbClr val="4184C7"/>
                      </a:gs>
                    </a:gsLst>
                    <a:lin ang="2700000" scaled="1"/>
                  </a:gradFill>
                  <a:effectLst>
                    <a:outerShdw blurRad="25400" dist="38100" dir="5400000" algn="t" rotWithShape="0">
                      <a:srgbClr val="3978BF">
                        <a:alpha val="38000"/>
                      </a:srgbClr>
                    </a:outerShdw>
                  </a:effectLst>
                  <a:latin typeface="华文行楷" panose="02010800040101010101" charset="-122"/>
                  <a:ea typeface="华文行楷" panose="02010800040101010101" charset="-122"/>
                  <a:cs typeface="微软雅黑" charset="-122"/>
                  <a:sym typeface="+mn-ea"/>
                </a:rPr>
                <a:t>报</a:t>
              </a:r>
            </a:p>
          </p:txBody>
        </p:sp>
        <p:sp>
          <p:nvSpPr>
            <p:cNvPr id="13" name="文本框 12">
              <a:extLst>
                <a:ext uri="{FF2B5EF4-FFF2-40B4-BE49-F238E27FC236}">
                  <a16:creationId xmlns:a16="http://schemas.microsoft.com/office/drawing/2014/main" id="{C86BEBF6-D7CA-C1C5-909B-6D5AC663D8F5}"/>
                </a:ext>
              </a:extLst>
            </p:cNvPr>
            <p:cNvSpPr txBox="1"/>
            <p:nvPr/>
          </p:nvSpPr>
          <p:spPr>
            <a:xfrm>
              <a:off x="10597618" y="2158086"/>
              <a:ext cx="1969771" cy="3334406"/>
            </a:xfrm>
            <a:prstGeom prst="rect">
              <a:avLst/>
            </a:prstGeom>
            <a:noFill/>
          </p:spPr>
          <p:txBody>
            <a:bodyPr wrap="square">
              <a:spAutoFit/>
            </a:bodyPr>
            <a:lstStyle/>
            <a:p>
              <a:r>
                <a:rPr lang="zh-CN" altLang="en-US" sz="19900" dirty="0">
                  <a:gradFill>
                    <a:gsLst>
                      <a:gs pos="0">
                        <a:srgbClr val="2456A8"/>
                      </a:gs>
                      <a:gs pos="100000">
                        <a:srgbClr val="4184C7"/>
                      </a:gs>
                    </a:gsLst>
                    <a:lin ang="2700000" scaled="1"/>
                  </a:gradFill>
                  <a:effectLst>
                    <a:outerShdw blurRad="25400" dist="38100" dir="5400000" algn="t" rotWithShape="0">
                      <a:srgbClr val="3978BF">
                        <a:alpha val="38000"/>
                      </a:srgbClr>
                    </a:outerShdw>
                  </a:effectLst>
                  <a:latin typeface="华文行楷" panose="02010800040101010101" charset="-122"/>
                  <a:ea typeface="华文行楷" panose="02010800040101010101" charset="-122"/>
                  <a:cs typeface="微软雅黑" charset="-122"/>
                  <a:sym typeface="+mn-ea"/>
                </a:rPr>
                <a:t>辩</a:t>
              </a:r>
            </a:p>
          </p:txBody>
        </p:sp>
      </p:grpSp>
      <p:pic>
        <p:nvPicPr>
          <p:cNvPr id="14" name="图片 6" descr="图片包含 标志, 照片, 食物, 停止&#10;&#10;描述已自动生成">
            <a:extLst>
              <a:ext uri="{FF2B5EF4-FFF2-40B4-BE49-F238E27FC236}">
                <a16:creationId xmlns:a16="http://schemas.microsoft.com/office/drawing/2014/main" id="{E52B6497-B05A-D793-52DD-831D70D8AB2D}"/>
              </a:ext>
            </a:extLst>
          </p:cNvPr>
          <p:cNvPicPr>
            <a:picLocks noChangeAspect="1"/>
          </p:cNvPicPr>
          <p:nvPr>
            <p:custDataLst>
              <p:tags r:id="rId3"/>
            </p:custDataLst>
          </p:nvPr>
        </p:nvPicPr>
        <p:blipFill>
          <a:blip r:embed="rId7" cstate="print"/>
          <a:stretch>
            <a:fillRect/>
          </a:stretch>
        </p:blipFill>
        <p:spPr>
          <a:xfrm>
            <a:off x="9258217" y="127752"/>
            <a:ext cx="2601236" cy="803694"/>
          </a:xfrm>
          <a:prstGeom prst="rect">
            <a:avLst/>
          </a:prstGeom>
        </p:spPr>
      </p:pic>
    </p:spTree>
    <p:extLst>
      <p:ext uri="{BB962C8B-B14F-4D97-AF65-F5344CB8AC3E}">
        <p14:creationId xmlns:p14="http://schemas.microsoft.com/office/powerpoint/2010/main" val="411008493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ADJUSTMENTS" val="15.46937"/>
  <p:tag name="SHADOWSIZE" val="100"/>
  <p:tag name="KSO_WM_DIAGRAM_VIRTUALLY_FRAME" val="{&quot;height&quot;:407.65,&quot;left&quot;:-6.35,&quot;top&quot;:85.05,&quot;width&quot;:843.3081102362205}"/>
</p:tagLst>
</file>

<file path=ppt/tags/tag7.xml><?xml version="1.0" encoding="utf-8"?>
<p:tagLst xmlns:a="http://schemas.openxmlformats.org/drawingml/2006/main" xmlns:r="http://schemas.openxmlformats.org/officeDocument/2006/relationships" xmlns:p="http://schemas.openxmlformats.org/presentationml/2006/main">
  <p:tag name="ADJUSTMENTS" val="15.46937"/>
  <p:tag name="SHADOWSIZE" val="100"/>
  <p:tag name="KSO_WM_DIAGRAM_VIRTUALLY_FRAME" val="{&quot;height&quot;:407.65,&quot;left&quot;:-6.35,&quot;top&quot;:85.05,&quot;width&quot;:843.3081102362205}"/>
</p:tagLst>
</file>

<file path=ppt/tags/tag8.xml><?xml version="1.0" encoding="utf-8"?>
<p:tagLst xmlns:a="http://schemas.openxmlformats.org/drawingml/2006/main" xmlns:r="http://schemas.openxmlformats.org/officeDocument/2006/relationships" xmlns:p="http://schemas.openxmlformats.org/presentationml/2006/main">
  <p:tag name="ADJUSTMENTS" val="15.46937"/>
  <p:tag name="SHADOWSIZE" val="100"/>
  <p:tag name="KSO_WM_DIAGRAM_VIRTUALLY_FRAME" val="{&quot;height&quot;:407.65,&quot;left&quot;:-6.35,&quot;top&quot;:85.05,&quot;width&quot;:843.3081102362205}"/>
</p:tagLst>
</file>

<file path=ppt/tags/tag9.xml><?xml version="1.0" encoding="utf-8"?>
<p:tagLst xmlns:a="http://schemas.openxmlformats.org/drawingml/2006/main" xmlns:r="http://schemas.openxmlformats.org/officeDocument/2006/relationships" xmlns:p="http://schemas.openxmlformats.org/presentationml/2006/main">
  <p:tag name="ADJUSTMENTS" val="15.46937"/>
  <p:tag name="SHADOWSIZE" val="100"/>
  <p:tag name="KSO_WM_DIAGRAM_VIRTUALLY_FRAME" val="{&quot;height&quot;:407.65,&quot;left&quot;:-6.35,&quot;top&quot;:85.05,&quot;width&quot;:843.3081102362205}"/>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1004</TotalTime>
  <Words>378</Words>
  <Application>Microsoft Office PowerPoint</Application>
  <PresentationFormat>宽屏</PresentationFormat>
  <Paragraphs>75</Paragraphs>
  <Slides>7</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7</vt:i4>
      </vt:variant>
    </vt:vector>
  </HeadingPairs>
  <TitlesOfParts>
    <vt:vector size="16" baseType="lpstr">
      <vt:lpstr>等线</vt:lpstr>
      <vt:lpstr>华文行楷</vt:lpstr>
      <vt:lpstr>思源宋体 CN Heavy</vt:lpstr>
      <vt:lpstr>微软雅黑</vt:lpstr>
      <vt:lpstr>Arial</vt:lpstr>
      <vt:lpstr>Calibri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6</cp:revision>
  <dcterms:created xsi:type="dcterms:W3CDTF">2026-03-13T05:30:05Z</dcterms:created>
  <dcterms:modified xsi:type="dcterms:W3CDTF">2026-03-14T13:43:43Z</dcterms:modified>
</cp:coreProperties>
</file>