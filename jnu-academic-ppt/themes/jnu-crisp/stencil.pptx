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0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"/>
  </p:notesMasterIdLst>
  <p:sldIdLst>
    <p:sldId id="265" r:id="rId14"/>
    <p:sldId id="266" r:id="rId15"/>
    <p:sldId id="267" r:id="rId16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545658"/>
    <a:srgbClr val="FEE492"/>
    <a:srgbClr val="F0CA69"/>
    <a:srgbClr val="D6A243"/>
    <a:srgbClr val="1879C7"/>
    <a:srgbClr val="1A72C5"/>
    <a:srgbClr val="94A9CC"/>
    <a:srgbClr val="2350BA"/>
    <a:srgbClr val="95A9C8"/>
    <a:srgbClr val="F7D57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SorterView">
  <p:normalViewPr>
    <p:restoredLeft sz="12803" autoAdjust="0"/>
    <p:restoredTop sz="94660"/>
  </p:normalViewPr>
  <p:slideViewPr>
    <p:cSldViewPr snapToGrid="0">
      <p:cViewPr>
        <p:scale>
          <a:sx n="125" d="100"/>
          <a:sy n="125" d="100"/>
        </p:scale>
        <p:origin x="-868" y="-4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90" d="100"/>
        <a:sy n="190" d="100"/>
      </p:scale>
      <p:origin x="0" y="0"/>
    </p:cViewPr>
  </p:sorter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1C7A30B-959D-4445-B168-9AD907FF144F}" type="datetimeFigureOut">
              <a:rPr lang="zh-CN" altLang="en-US" smtClean="0"/>
              <a:t>2026/3/14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ACC079F-2E3C-4541-BBC3-91449F58711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212376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09AADB5-016F-F19E-3F91-16AE25ABCB9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E7D9B86C-8E0D-D822-F981-E79FD38174A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14FF528-F925-A647-D2A8-E8CA7138FA5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4AA6CC7-1AE6-43FC-980B-2EEEA97DB20C}" type="datetimeFigureOut">
              <a:rPr lang="zh-CN" altLang="en-US" smtClean="0"/>
              <a:t>2026/3/14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42F7F46-465D-E851-73E3-5D501F8921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55E7C41-CA83-C5A6-EBF6-49EE882160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F102782-81BE-46DD-851C-DE61FE13B66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328869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AA48F99-3EA4-958E-4095-7C35CABB50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0FA4AB0-0569-7A73-1B81-01919888EF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1B08B9D-F14C-FBEB-A6E8-C721D354ACF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4AA6CC7-1AE6-43FC-980B-2EEEA97DB20C}" type="datetimeFigureOut">
              <a:rPr lang="zh-CN" altLang="en-US" smtClean="0"/>
              <a:t>2026/3/14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5F74671-19FB-D6DD-52BC-EAAE7289BF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DABC177-394B-C149-A37D-333CACE591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F102782-81BE-46DD-851C-DE61FE13B66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960858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809CAE7-6DDF-49B4-7348-D756C4E4CC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233D5797-F165-8050-203B-53E67A5DD39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768EDDE-96A6-642E-8B30-B268BBF5EB0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4AA6CC7-1AE6-43FC-980B-2EEEA97DB20C}" type="datetimeFigureOut">
              <a:rPr lang="zh-CN" altLang="en-US" smtClean="0"/>
              <a:t>2026/3/14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0455D07-5D82-C16A-6429-E2B6AD26D5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ED69016-CA02-4AFF-A10F-18C1D2481E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F102782-81BE-46DD-851C-DE61FE13B66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938298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7E7B1CC-73EC-7592-3088-55CD73029A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B14F8B1-00E1-CA14-77E0-63F1600C0F6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8E907481-9DA0-8022-D0A0-CFA1EA59871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7012697-3A1B-46CF-7F43-791AA28C93D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4AA6CC7-1AE6-43FC-980B-2EEEA97DB20C}" type="datetimeFigureOut">
              <a:rPr lang="zh-CN" altLang="en-US" smtClean="0"/>
              <a:t>2026/3/14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32E76BF4-4FD0-0684-6B0B-FC02DD8399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F3E94AEF-3F97-AC72-A8EC-2F3C04DC4E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F102782-81BE-46DD-851C-DE61FE13B66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363421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543C164-BFF6-3550-8D60-82661176FE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EFF599AD-09DC-1537-7315-7B186E07FDE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EA73C61F-6440-08E3-5D9D-A84D15B6174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D036E945-1EAE-03A1-7DF8-CE8801DFDA7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A7D1DDA8-1A45-94EF-ABEE-A5B0EF64D15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0AA0A765-F7C3-E41C-8030-B44E34D4228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4AA6CC7-1AE6-43FC-980B-2EEEA97DB20C}" type="datetimeFigureOut">
              <a:rPr lang="zh-CN" altLang="en-US" smtClean="0"/>
              <a:t>2026/3/14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D9532017-E812-2AC2-86FE-7A02D38DA4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5046A2EE-D0E7-509F-FCE7-A473FEA166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F102782-81BE-46DD-851C-DE61FE13B66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553243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16C0BCF-BC44-F31B-FEC0-2F0DF336C4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B6AD8003-67F8-FEC2-150D-9CB5B575A3E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4AA6CC7-1AE6-43FC-980B-2EEEA97DB20C}" type="datetimeFigureOut">
              <a:rPr lang="zh-CN" altLang="en-US" smtClean="0"/>
              <a:t>2026/3/14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F4C36909-0B2E-0AA5-2A88-77D9A50C82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4FF2E413-5CCA-ADD4-1B65-3FCFD800BF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F102782-81BE-46DD-851C-DE61FE13B66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980924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4D8106FF-D16A-B51A-3A49-BA9B2E14007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4AA6CC7-1AE6-43FC-980B-2EEEA97DB20C}" type="datetimeFigureOut">
              <a:rPr lang="zh-CN" altLang="en-US" smtClean="0"/>
              <a:t>2026/3/14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EBA8137B-E431-78FD-87AB-1F87C261EA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619374D-7EE5-48F8-F50E-8E52841296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F102782-81BE-46DD-851C-DE61FE13B66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690611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E23E90B-613F-6669-230E-38C03126E2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1CF8BD7-6E2B-DBD8-B591-D6F18F44DA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8DC50455-08E9-213C-393D-34CC0C4BB89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FFED8FA4-3248-E63B-5B63-4E2E0E22633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4AA6CC7-1AE6-43FC-980B-2EEEA97DB20C}" type="datetimeFigureOut">
              <a:rPr lang="zh-CN" altLang="en-US" smtClean="0"/>
              <a:t>2026/3/14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9C22FB58-3432-A9F4-CAAC-C01AD05510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453C028-8217-741F-5C4D-EDC06C11AB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F102782-81BE-46DD-851C-DE61FE13B66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029204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BA3435D-B258-1A61-C70E-DDCDC8A9BD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FE237972-1D49-8D48-D194-5E23D0F04CB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25962AB6-6E76-DB0A-91C9-A4ED94173C0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B10FD3B9-FD63-F538-3C93-040AA9C6F2D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4AA6CC7-1AE6-43FC-980B-2EEEA97DB20C}" type="datetimeFigureOut">
              <a:rPr lang="zh-CN" altLang="en-US" smtClean="0"/>
              <a:t>2026/3/14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005B6696-ADD5-3AB5-365C-1526AF387A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605F7A53-500F-4A46-BFD7-5FAFFA5414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F102782-81BE-46DD-851C-DE61FE13B66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391419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C8D39FF-143F-C68A-5782-987BD032EA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AC995CB4-0B24-1E50-4659-4B9229F38CC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22DA2CD-2677-6950-6B80-CE5182F132C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4AA6CC7-1AE6-43FC-980B-2EEEA97DB20C}" type="datetimeFigureOut">
              <a:rPr lang="zh-CN" altLang="en-US" smtClean="0"/>
              <a:t>2026/3/14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0F73584-BD00-D5DB-FB87-044A421E45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4D86AE0-8A63-7B01-30DA-64AA61C518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F102782-81BE-46DD-851C-DE61FE13B66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021030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369B58B0-CEDC-B7BC-44B6-30131D377DE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7D86EE4C-191D-D9BA-D225-F96048CC690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846C89B-C880-ED50-7211-0819A905FF4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4AA6CC7-1AE6-43FC-980B-2EEEA97DB20C}" type="datetimeFigureOut">
              <a:rPr lang="zh-CN" altLang="en-US" smtClean="0"/>
              <a:t>2026/3/14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968A8ED-3578-C61E-6A1D-94B4C58584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E7F6F5E-22FD-A275-866B-17B5D0FE4F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F102782-81BE-46DD-851C-DE61FE13B66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65594174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>
            <a:extLst>
              <a:ext uri="{FF2B5EF4-FFF2-40B4-BE49-F238E27FC236}">
                <a16:creationId xmlns:a16="http://schemas.microsoft.com/office/drawing/2014/main" id="{ABF9643A-0A79-4D24-19DA-26591B02F077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chemeClr val="bg1">
                  <a:alpha val="0"/>
                </a:schemeClr>
              </a:gs>
              <a:gs pos="43000">
                <a:schemeClr val="bg1">
                  <a:alpha val="37000"/>
                </a:schemeClr>
              </a:gs>
              <a:gs pos="58000">
                <a:schemeClr val="bg1">
                  <a:alpha val="66000"/>
                </a:schemeClr>
              </a:gs>
              <a:gs pos="100000">
                <a:schemeClr val="accent1">
                  <a:lumMod val="20000"/>
                  <a:lumOff val="80000"/>
                </a:schemeClr>
              </a:gs>
            </a:gsLst>
            <a:lin ang="5400000" scaled="1"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024593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Relationship Id="rId3" Type="http://schemas.openxmlformats.org/officeDocument/2006/relationships/tags" Target="../tags/tag3.xml"/><Relationship Id="rId4" Type="http://schemas.openxmlformats.org/officeDocument/2006/relationships/image" Target="../media/image2.jpg"/><Relationship Id="rId5" Type="http://schemas.openxmlformats.org/officeDocument/2006/relationships/image" Target="../media/image6.png"/><Relationship Id="rId6" Type="http://schemas.openxmlformats.org/officeDocument/2006/relationships/tags" Target="../tags/tag2.xml"/><Relationship Id="rId7" Type="http://schemas.openxmlformats.org/officeDocument/2006/relationships/tags" Target="../tags/tag1.xml"/><Relationship Id="rId8" Type="http://schemas.openxmlformats.org/officeDocument/2006/relationships/image" Target="../media/image1.jpeg"/><Relationship Id="rId9" Type="http://schemas.microsoft.com/office/2007/relationships/hdphoto" Target="../media/hdphoto1.wdp"/><Relationship Id="rId10" Type="http://schemas.openxmlformats.org/officeDocument/2006/relationships/image" Target="../media/image5.png"/><Relationship Id="rId11" Type="http://schemas.openxmlformats.org/officeDocument/2006/relationships/tags" Target="../tags/tag4.xml"/><Relationship Id="rId12" Type="http://schemas.openxmlformats.org/officeDocument/2006/relationships/image" Target="../media/image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jpeg"/><Relationship Id="rId3" Type="http://schemas.microsoft.com/office/2007/relationships/hdphoto" Target="../media/hdphoto3.wdp"/><Relationship Id="rId4" Type="http://schemas.openxmlformats.org/officeDocument/2006/relationships/tags" Target="../tags/tag8.xml"/><Relationship Id="rId5" Type="http://schemas.openxmlformats.org/officeDocument/2006/relationships/image" Target="../media/image13.png"/><Relationship Id="rId6" Type="http://schemas.openxmlformats.org/officeDocument/2006/relationships/tags" Target="../tags/tag7.xml"/><Relationship Id="rId7" Type="http://schemas.openxmlformats.org/officeDocument/2006/relationships/tags" Target="../tags/tag6.xml"/><Relationship Id="rId8" Type="http://schemas.openxmlformats.org/officeDocument/2006/relationships/tags" Target="../tags/tag11.xml"/><Relationship Id="rId9" Type="http://schemas.openxmlformats.org/officeDocument/2006/relationships/image" Target="../media/image12.jpg"/><Relationship Id="rId10" Type="http://schemas.openxmlformats.org/officeDocument/2006/relationships/tags" Target="../tags/tag10.xml"/><Relationship Id="rId11" Type="http://schemas.openxmlformats.org/officeDocument/2006/relationships/image" Target="../media/image11.png"/><Relationship Id="rId12" Type="http://schemas.openxmlformats.org/officeDocument/2006/relationships/tags" Target="../tags/tag9.xml"/><Relationship Id="rId13" Type="http://schemas.openxmlformats.org/officeDocument/2006/relationships/image" Target="../media/image7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Relationship Id="rId3" Type="http://schemas.openxmlformats.org/officeDocument/2006/relationships/tags" Target="../tags/tag14.xml"/><Relationship Id="rId4" Type="http://schemas.openxmlformats.org/officeDocument/2006/relationships/image" Target="../media/image2.jpg"/><Relationship Id="rId5" Type="http://schemas.openxmlformats.org/officeDocument/2006/relationships/tags" Target="../tags/tag13.xml"/><Relationship Id="rId6" Type="http://schemas.openxmlformats.org/officeDocument/2006/relationships/tags" Target="../tags/tag12.xml"/><Relationship Id="rId7" Type="http://schemas.openxmlformats.org/officeDocument/2006/relationships/image" Target="../media/image1.jpeg"/><Relationship Id="rId8" Type="http://schemas.microsoft.com/office/2007/relationships/hdphoto" Target="../media/hdphoto1.wdp"/><Relationship Id="rId9" Type="http://schemas.openxmlformats.org/officeDocument/2006/relationships/image" Target="../media/image5.png"/><Relationship Id="rId10" Type="http://schemas.openxmlformats.org/officeDocument/2006/relationships/tags" Target="../tags/tag15.xml"/><Relationship Id="rId11" Type="http://schemas.openxmlformats.org/officeDocument/2006/relationships/image" Target="../media/image4.png"/></Relationships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blipFill dpi="0" rotWithShape="1">
          <a:blip r:embed="rId8">
            <a:lum/>
          </a:blip>
          <a:srcRect/>
          <a:stretch>
            <a:fillRect t="-17000" b="-17000"/>
          </a:stretch>
        </a:blipFill>
        <a:effectLst/>
      </p:bgPr>
    </p:bg>
    <p:spTree>
      <p:nvGrpSpPr>
        <p:cNvPr id="1" name=""/>
        <p:cNvGrpSpPr/>
        <p:nvPr/>
      </p:nvGrpSpPr>
      <p:grpSpPr/>
      <p:pic>
        <p:nvPicPr>
          <p:cNvPr id="2" name="shell_图片 1">
            <a:extLst>
              <a:ext uri="{FF2B5EF4-FFF2-40B4-BE49-F238E27FC236}">
                <a16:creationId xmlns:a16="http://schemas.microsoft.com/office/drawing/2014/main" id="{BA39BBD1-4754-DC39-5539-58719B23324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397000" y="0"/>
            <a:ext cx="9140428" cy="6858000"/>
          </a:xfrm>
          <a:prstGeom prst="rect">
            <a:avLst/>
          </a:prstGeom>
        </p:spPr>
      </p:pic>
      <p:sp>
        <p:nvSpPr>
          <p:cNvPr id="3" name="shell_矩形 2">
            <a:extLst>
              <a:ext uri="{FF2B5EF4-FFF2-40B4-BE49-F238E27FC236}">
                <a16:creationId xmlns:a16="http://schemas.microsoft.com/office/drawing/2014/main" id="{DB0BF7EB-AC3D-AE46-7B22-F15238BB64C8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5000"/>
                  <a:lumOff val="95000"/>
                  <a:alpha val="45000"/>
                </a:schemeClr>
              </a:gs>
              <a:gs pos="65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0" scaled="0"/>
            <a:tileRect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0" name="shell_图片 6" descr="图片包含 标志, 照片, 食物, 停止&#10;&#10;描述已自动生成">
            <a:extLst>
              <a:ext uri="{FF2B5EF4-FFF2-40B4-BE49-F238E27FC236}">
                <a16:creationId xmlns:a16="http://schemas.microsoft.com/office/drawing/2014/main" id="{04129637-76CD-C351-9F8A-F4F4E907A0CD}"/>
              </a:ext>
            </a:extLst>
          </p:cNvPr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2" cstate="print"/>
          <a:stretch>
            <a:fillRect/>
          </a:stretch>
        </p:blipFill>
        <p:spPr>
          <a:xfrm>
            <a:off x="215817" y="140452"/>
            <a:ext cx="2601236" cy="803694"/>
          </a:xfrm>
          <a:prstGeom prst="rect">
            <a:avLst/>
          </a:prstGeom>
        </p:spPr>
      </p:pic>
      <p:sp>
        <p:nvSpPr>
          <p:cNvPr id="70" name="shell_任意多边形: 形状 69">
            <a:extLst>
              <a:ext uri="{FF2B5EF4-FFF2-40B4-BE49-F238E27FC236}">
                <a16:creationId xmlns:a16="http://schemas.microsoft.com/office/drawing/2014/main" id="{256A21FC-A0F2-3DD2-EBBB-8ECD5922BDAD}"/>
              </a:ext>
            </a:extLst>
          </p:cNvPr>
          <p:cNvSpPr/>
          <p:nvPr/>
        </p:nvSpPr>
        <p:spPr>
          <a:xfrm rot="21419250">
            <a:off x="121656" y="6296830"/>
            <a:ext cx="12118748" cy="1197037"/>
          </a:xfrm>
          <a:custGeom>
            <a:avLst/>
            <a:gdLst>
              <a:gd name="connsiteX0" fmla="*/ 12118748 w 12118748"/>
              <a:gd name="connsiteY0" fmla="*/ 9701 h 1197037"/>
              <a:gd name="connsiteX1" fmla="*/ 12056124 w 12118748"/>
              <a:gd name="connsiteY1" fmla="*/ 670749 h 1197037"/>
              <a:gd name="connsiteX2" fmla="*/ 11502946 w 12118748"/>
              <a:gd name="connsiteY2" fmla="*/ 639960 h 1197037"/>
              <a:gd name="connsiteX3" fmla="*/ 8287832 w 12118748"/>
              <a:gd name="connsiteY3" fmla="*/ 562568 h 1197037"/>
              <a:gd name="connsiteX4" fmla="*/ 8202390 w 12118748"/>
              <a:gd name="connsiteY4" fmla="*/ 563066 h 1197037"/>
              <a:gd name="connsiteX5" fmla="*/ 8096633 w 12118748"/>
              <a:gd name="connsiteY5" fmla="*/ 562567 h 1197037"/>
              <a:gd name="connsiteX6" fmla="*/ 73151 w 12118748"/>
              <a:gd name="connsiteY6" fmla="*/ 1177902 h 1197037"/>
              <a:gd name="connsiteX7" fmla="*/ 0 w 12118748"/>
              <a:gd name="connsiteY7" fmla="*/ 1197037 h 1197037"/>
              <a:gd name="connsiteX8" fmla="*/ 60337 w 12118748"/>
              <a:gd name="connsiteY8" fmla="*/ 1170582 h 1197037"/>
              <a:gd name="connsiteX9" fmla="*/ 8283188 w 12118748"/>
              <a:gd name="connsiteY9" fmla="*/ 65395 h 1197037"/>
              <a:gd name="connsiteX10" fmla="*/ 11892501 w 12118748"/>
              <a:gd name="connsiteY10" fmla="*/ 4842 h 11970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2118748" h="1197037">
                <a:moveTo>
                  <a:pt x="12118748" y="9701"/>
                </a:moveTo>
                <a:lnTo>
                  <a:pt x="12056124" y="670749"/>
                </a:lnTo>
                <a:lnTo>
                  <a:pt x="11502946" y="639960"/>
                </a:lnTo>
                <a:cubicBezTo>
                  <a:pt x="10507433" y="590008"/>
                  <a:pt x="9422816" y="562568"/>
                  <a:pt x="8287832" y="562568"/>
                </a:cubicBezTo>
                <a:lnTo>
                  <a:pt x="8202390" y="563066"/>
                </a:lnTo>
                <a:lnTo>
                  <a:pt x="8096633" y="562567"/>
                </a:lnTo>
                <a:cubicBezTo>
                  <a:pt x="4587391" y="562568"/>
                  <a:pt x="1548575" y="812972"/>
                  <a:pt x="73151" y="1177902"/>
                </a:cubicBezTo>
                <a:lnTo>
                  <a:pt x="0" y="1197037"/>
                </a:lnTo>
                <a:lnTo>
                  <a:pt x="60337" y="1170582"/>
                </a:lnTo>
                <a:cubicBezTo>
                  <a:pt x="1248424" y="685489"/>
                  <a:pt x="4475235" y="233368"/>
                  <a:pt x="8283188" y="65395"/>
                </a:cubicBezTo>
                <a:cubicBezTo>
                  <a:pt x="9568253" y="8710"/>
                  <a:pt x="10790241" y="-9913"/>
                  <a:pt x="11892501" y="4842"/>
                </a:cubicBezTo>
                <a:close/>
              </a:path>
            </a:pathLst>
          </a:custGeom>
          <a:solidFill>
            <a:srgbClr val="F2BA02">
              <a:lumMod val="20000"/>
              <a:lumOff val="80000"/>
            </a:srgbClr>
          </a:solidFill>
          <a:ln w="15875" cap="flat" cmpd="sng" algn="ctr">
            <a:noFill/>
            <a:prstDash val="solid"/>
            <a:miter lim="800000"/>
          </a:ln>
          <a:effectLst>
            <a:outerShdw blurRad="190500" dist="114300" dir="5400000" sx="102000" sy="102000" algn="ctr" rotWithShape="0">
              <a:srgbClr val="4874CB">
                <a:alpha val="20000"/>
              </a:srgbClr>
            </a:outerShdw>
          </a:effectLst>
        </p:spPr>
        <p:txBody>
          <a:bodyPr rot="0" spcFirstLastPara="0" vert="horz" wrap="square" lIns="68580" tIns="34290" rIns="68580" bIns="34290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4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grpSp>
        <p:nvGrpSpPr>
          <p:cNvPr id="64" name="shell_组合 63">
            <a:extLst>
              <a:ext uri="{FF2B5EF4-FFF2-40B4-BE49-F238E27FC236}">
                <a16:creationId xmlns:a16="http://schemas.microsoft.com/office/drawing/2014/main" id="{AED22E0D-827A-CC43-7F9D-38DAF440F267}"/>
              </a:ext>
            </a:extLst>
          </p:cNvPr>
          <p:cNvGrpSpPr/>
          <p:nvPr/>
        </p:nvGrpSpPr>
        <p:grpSpPr>
          <a:xfrm>
            <a:off x="-12520" y="3747565"/>
            <a:ext cx="12217040" cy="1602243"/>
            <a:chOff x="-25040" y="3573689"/>
            <a:chExt cx="12217040" cy="1602243"/>
          </a:xfrm>
        </p:grpSpPr>
        <p:sp>
          <p:nvSpPr>
            <p:cNvPr id="45" name="shell_矩形 44">
              <a:extLst>
                <a:ext uri="{FF2B5EF4-FFF2-40B4-BE49-F238E27FC236}">
                  <a16:creationId xmlns:a16="http://schemas.microsoft.com/office/drawing/2014/main" id="{D380FFBC-1709-B157-97EE-7A5ED0DF6B01}"/>
                </a:ext>
              </a:extLst>
            </p:cNvPr>
            <p:cNvSpPr/>
            <p:nvPr/>
          </p:nvSpPr>
          <p:spPr>
            <a:xfrm>
              <a:off x="-12520" y="3573689"/>
              <a:ext cx="12192000" cy="1602243"/>
            </a:xfrm>
            <a:prstGeom prst="rect">
              <a:avLst/>
            </a:prstGeom>
            <a:solidFill>
              <a:schemeClr val="accent5">
                <a:lumMod val="75000"/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shell_矩形 15">
              <a:extLst>
                <a:ext uri="{FF2B5EF4-FFF2-40B4-BE49-F238E27FC236}">
                  <a16:creationId xmlns:a16="http://schemas.microsoft.com/office/drawing/2014/main" id="{A2E6FC28-6124-CD6B-95F9-DC3B903F9B8A}"/>
                </a:ext>
              </a:extLst>
            </p:cNvPr>
            <p:cNvSpPr/>
            <p:nvPr/>
          </p:nvSpPr>
          <p:spPr>
            <a:xfrm>
              <a:off x="-25040" y="3670296"/>
              <a:ext cx="12217040" cy="1440264"/>
            </a:xfrm>
            <a:prstGeom prst="rect">
              <a:avLst/>
            </a:prstGeom>
            <a:solidFill>
              <a:srgbClr val="4874CB">
                <a:lumMod val="75000"/>
                <a:alpha val="64000"/>
              </a:srgbClr>
            </a:solidFill>
            <a:ln w="12700" cap="flat" cmpd="sng" algn="ctr">
              <a:solidFill>
                <a:srgbClr val="4874CB">
                  <a:shade val="15000"/>
                  <a:alpha val="0"/>
                </a:srgb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FCE096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</p:grpSp>
      <p:pic>
        <p:nvPicPr>
          <p:cNvPr id="67" name="shell_图片 66">
            <a:extLst>
              <a:ext uri="{FF2B5EF4-FFF2-40B4-BE49-F238E27FC236}">
                <a16:creationId xmlns:a16="http://schemas.microsoft.com/office/drawing/2014/main" id="{07F6B2F8-51BC-9516-CDBE-4B3EE9EDA308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40308" y="4787500"/>
            <a:ext cx="6681444" cy="220230"/>
          </a:xfrm>
          <a:prstGeom prst="rect">
            <a:avLst/>
          </a:prstGeom>
        </p:spPr>
      </p:pic>
      <p:pic>
        <p:nvPicPr>
          <p:cNvPr id="69" name="shell_图片 68" descr="查看图片">
            <a:extLst>
              <a:ext uri="{FF2B5EF4-FFF2-40B4-BE49-F238E27FC236}">
                <a16:creationId xmlns:a16="http://schemas.microsoft.com/office/drawing/2014/main" id="{ED2F8138-2A89-F262-EAF6-308C5C84477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0">
            <a:duotone>
              <a:srgbClr val="4874CB">
                <a:shade val="45000"/>
                <a:satMod val="135000"/>
              </a:srgb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colorTemperature colorTemp="10819"/>
                    </a14:imgEffect>
                    <a14:imgEffect>
                      <a14:saturation sat="104000"/>
                    </a14:imgEffect>
                    <a14:imgEffect>
                      <a14:brightnessContrast bright="21000" contrast="-23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32890" t="59668" r="39968" b="3779"/>
          <a:stretch>
            <a:fillRect/>
          </a:stretch>
        </p:blipFill>
        <p:spPr bwMode="auto">
          <a:xfrm flipH="1">
            <a:off x="0" y="5945954"/>
            <a:ext cx="12192000" cy="963990"/>
          </a:xfrm>
          <a:custGeom>
            <a:avLst/>
            <a:gdLst>
              <a:gd name="connsiteX0" fmla="*/ 12192000 w 12192000"/>
              <a:gd name="connsiteY0" fmla="*/ 0 h 2537673"/>
              <a:gd name="connsiteX1" fmla="*/ 0 w 12192000"/>
              <a:gd name="connsiteY1" fmla="*/ 0 h 2537673"/>
              <a:gd name="connsiteX2" fmla="*/ 0 w 12192000"/>
              <a:gd name="connsiteY2" fmla="*/ 2537673 h 2537673"/>
              <a:gd name="connsiteX3" fmla="*/ 12192000 w 12192000"/>
              <a:gd name="connsiteY3" fmla="*/ 2537673 h 25376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2537673">
                <a:moveTo>
                  <a:pt x="12192000" y="0"/>
                </a:moveTo>
                <a:lnTo>
                  <a:pt x="0" y="0"/>
                </a:lnTo>
                <a:lnTo>
                  <a:pt x="0" y="2537673"/>
                </a:lnTo>
                <a:lnTo>
                  <a:pt x="12192000" y="2537673"/>
                </a:ln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0" name="shell_图片 79">
            <a:extLst>
              <a:ext uri="{FF2B5EF4-FFF2-40B4-BE49-F238E27FC236}">
                <a16:creationId xmlns:a16="http://schemas.microsoft.com/office/drawing/2014/main" id="{23176E64-4D23-42EB-08A8-8DD67FF5177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5303222" y="0"/>
            <a:ext cx="6858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blipFill dpi="0" rotWithShape="1">
          <a:blip r:embed="rId2">
            <a:lum/>
          </a:blip>
          <a:srcRect/>
          <a:stretch>
            <a:fillRect t="-17000" b="-17000"/>
          </a:stretch>
        </a:blipFill>
        <a:effectLst/>
      </p:bgPr>
    </p:bg>
    <p:spTree>
      <p:nvGrpSpPr>
        <p:cNvPr id="1" name=""/>
        <p:cNvGrpSpPr/>
        <p:nvPr/>
      </p:nvGrpSpPr>
      <p:grpSpPr/>
      <p:grpSp>
        <p:nvGrpSpPr>
          <p:cNvPr id="112" name="shell_组合 111">
            <a:extLst>
              <a:ext uri="{FF2B5EF4-FFF2-40B4-BE49-F238E27FC236}">
                <a16:creationId xmlns:a16="http://schemas.microsoft.com/office/drawing/2014/main" id="{D5B719AA-4191-7119-8DF6-056E1676244E}"/>
              </a:ext>
            </a:extLst>
          </p:cNvPr>
          <p:cNvGrpSpPr/>
          <p:nvPr/>
        </p:nvGrpSpPr>
        <p:grpSpPr>
          <a:xfrm>
            <a:off x="240631" y="199215"/>
            <a:ext cx="5044403" cy="649224"/>
            <a:chOff x="240631" y="199215"/>
            <a:chExt cx="5044403" cy="649224"/>
          </a:xfrm>
        </p:grpSpPr>
        <p:pic>
          <p:nvPicPr>
            <p:cNvPr id="103" name="shell_图片 102">
              <a:extLst>
                <a:ext uri="{FF2B5EF4-FFF2-40B4-BE49-F238E27FC236}">
                  <a16:creationId xmlns:a16="http://schemas.microsoft.com/office/drawing/2014/main" id="{2846D88E-8C5F-C1DF-80FD-EC016064F5C4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-1224" r="66324" b="-3304"/>
            <a:stretch>
              <a:fillRect/>
            </a:stretch>
          </p:blipFill>
          <p:spPr>
            <a:xfrm>
              <a:off x="240631" y="199215"/>
              <a:ext cx="684808" cy="649224"/>
            </a:xfrm>
            <a:prstGeom prst="rect">
              <a:avLst/>
            </a:prstGeom>
          </p:spPr>
        </p:pic>
        <p:sp>
          <p:nvSpPr>
            <p:cNvPr id="110" name="shell_文本框 4">
              <a:extLst>
                <a:ext uri="{FF2B5EF4-FFF2-40B4-BE49-F238E27FC236}">
                  <a16:creationId xmlns:a16="http://schemas.microsoft.com/office/drawing/2014/main" id="{23634EBE-8296-4C22-4B13-CD9AE03DD0B3}"/>
                </a:ext>
              </a:extLst>
            </p:cNvPr>
            <p:cNvSpPr txBox="1"/>
            <p:nvPr/>
          </p:nvSpPr>
          <p:spPr>
            <a:xfrm>
              <a:off x="867688" y="282001"/>
              <a:ext cx="1692910" cy="461665"/>
            </a:xfrm>
            <a:prstGeom prst="rect">
              <a:avLst/>
            </a:prstGeom>
            <a:noFill/>
          </p:spPr>
          <p:txBody>
            <a:bodyPr wrap="square" rtlCol="0" anchor="ctr" anchorCtr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2400" b="1" dirty="0">
                  <a:latin typeface="微软雅黑" charset="0"/>
                  <a:ea typeface="微软雅黑" charset="0"/>
                </a:rPr>
                <a:t/>
              </a:r>
            </a:p>
          </p:txBody>
        </p:sp>
        <p:sp>
          <p:nvSpPr>
            <p:cNvPr id="111" name="shell_文本框 4">
              <a:extLst>
                <a:ext uri="{FF2B5EF4-FFF2-40B4-BE49-F238E27FC236}">
                  <a16:creationId xmlns:a16="http://schemas.microsoft.com/office/drawing/2014/main" id="{37D29DD6-7898-7001-2309-0460CF1594DF}"/>
                </a:ext>
              </a:extLst>
            </p:cNvPr>
            <p:cNvSpPr txBox="1"/>
            <p:nvPr/>
          </p:nvSpPr>
          <p:spPr>
            <a:xfrm>
              <a:off x="2428285" y="282001"/>
              <a:ext cx="2856749" cy="461665"/>
            </a:xfrm>
            <a:prstGeom prst="rect">
              <a:avLst/>
            </a:prstGeom>
            <a:noFill/>
          </p:spPr>
          <p:txBody>
            <a:bodyPr wrap="square" rtlCol="0" anchor="ctr" anchorCtr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2400" b="1" dirty="0">
                  <a:latin typeface="微软雅黑" charset="0"/>
                  <a:ea typeface="微软雅黑" charset="0"/>
                </a:rPr>
                <a:t/>
              </a:r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blipFill dpi="0" rotWithShape="1">
          <a:blip r:embed="rId7">
            <a:lum/>
          </a:blip>
          <a:srcRect/>
          <a:stretch>
            <a:fillRect t="-17000" b="-17000"/>
          </a:stretch>
        </a:blipFill>
        <a:effectLst/>
      </p:bgPr>
    </p:bg>
    <p:spTree>
      <p:nvGrpSpPr>
        <p:cNvPr id="1" name=""/>
        <p:cNvGrpSpPr/>
        <p:nvPr/>
      </p:nvGrpSpPr>
      <p:grpSpPr/>
      <p:pic>
        <p:nvPicPr>
          <p:cNvPr id="2" name="shell_图片 1">
            <a:extLst>
              <a:ext uri="{FF2B5EF4-FFF2-40B4-BE49-F238E27FC236}">
                <a16:creationId xmlns:a16="http://schemas.microsoft.com/office/drawing/2014/main" id="{CE84B28F-C29A-B213-A8D1-472FB304758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397000" y="0"/>
            <a:ext cx="9140428" cy="6858000"/>
          </a:xfrm>
          <a:prstGeom prst="rect">
            <a:avLst/>
          </a:prstGeom>
        </p:spPr>
      </p:pic>
      <p:sp>
        <p:nvSpPr>
          <p:cNvPr id="3" name="shell_矩形 2">
            <a:extLst>
              <a:ext uri="{FF2B5EF4-FFF2-40B4-BE49-F238E27FC236}">
                <a16:creationId xmlns:a16="http://schemas.microsoft.com/office/drawing/2014/main" id="{A29882C6-0241-2229-AB0F-F1C1D8E0B270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5000"/>
                  <a:lumOff val="95000"/>
                  <a:alpha val="45000"/>
                </a:schemeClr>
              </a:gs>
              <a:gs pos="65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0" scaled="0"/>
            <a:tileRect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grpSp>
        <p:nvGrpSpPr>
          <p:cNvPr id="4" name="shell_组合 3">
            <a:extLst>
              <a:ext uri="{FF2B5EF4-FFF2-40B4-BE49-F238E27FC236}">
                <a16:creationId xmlns:a16="http://schemas.microsoft.com/office/drawing/2014/main" id="{9AC66F03-CF45-B402-AB57-06C992CE83A2}"/>
              </a:ext>
            </a:extLst>
          </p:cNvPr>
          <p:cNvGrpSpPr/>
          <p:nvPr/>
        </p:nvGrpSpPr>
        <p:grpSpPr>
          <a:xfrm>
            <a:off x="3694027" y="555698"/>
            <a:ext cx="8370897" cy="3384735"/>
            <a:chOff x="6703983" y="2089463"/>
            <a:chExt cx="6009278" cy="3577529"/>
          </a:xfrm>
        </p:grpSpPr>
        <p:sp>
          <p:nvSpPr>
            <p:cNvPr id="5" name="shell_文本框 12">
              <a:extLst>
                <a:ext uri="{FF2B5EF4-FFF2-40B4-BE49-F238E27FC236}">
                  <a16:creationId xmlns:a16="http://schemas.microsoft.com/office/drawing/2014/main" id="{2B33A261-6B57-5C39-AF8A-8E8F344153A5}"/>
                </a:ext>
              </a:extLst>
            </p:cNvPr>
            <p:cNvSpPr txBox="1"/>
            <p:nvPr>
              <p:custDataLst>
                <p:tags r:id="rId10"/>
              </p:custDataLst>
            </p:nvPr>
          </p:nvSpPr>
          <p:spPr>
            <a:xfrm>
              <a:off x="7966370" y="2089463"/>
              <a:ext cx="1694997" cy="1693506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99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>
                    <a:glow rad="25400">
                      <a:prstClr val="white">
                        <a:alpha val="20000"/>
                      </a:prstClr>
                    </a:glow>
                    <a:outerShdw blurRad="50800" dist="38100" dir="2700000" algn="t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华文行楷" panose="02010800040101010101" charset="-122"/>
                  <a:ea typeface="华文行楷" panose="02010800040101010101" charset="-122"/>
                  <a:cs typeface="+mn-cs"/>
                  <a:sym typeface="+mn-ea"/>
                </a:rPr>
                <a:t>谢</a:t>
              </a:r>
            </a:p>
          </p:txBody>
        </p:sp>
        <p:sp>
          <p:nvSpPr>
            <p:cNvPr id="6" name="shell_文本框 5">
              <a:extLst>
                <a:ext uri="{FF2B5EF4-FFF2-40B4-BE49-F238E27FC236}">
                  <a16:creationId xmlns:a16="http://schemas.microsoft.com/office/drawing/2014/main" id="{64D01167-B992-D047-6B8A-2695B3D66D70}"/>
                </a:ext>
              </a:extLst>
            </p:cNvPr>
            <p:cNvSpPr txBox="1"/>
            <p:nvPr/>
          </p:nvSpPr>
          <p:spPr>
            <a:xfrm>
              <a:off x="9595331" y="2495061"/>
              <a:ext cx="1422400" cy="279764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zh-CN" altLang="en-US" sz="16600" dirty="0">
                  <a:solidFill>
                    <a:prstClr val="white"/>
                  </a:solidFill>
                  <a:effectLst>
                    <a:glow rad="25400">
                      <a:prstClr val="white">
                        <a:alpha val="20000"/>
                      </a:prstClr>
                    </a:glow>
                    <a:outerShdw blurRad="50800" dist="38100" dir="2700000" algn="tl" rotWithShape="0">
                      <a:prstClr val="black">
                        <a:alpha val="40000"/>
                      </a:prstClr>
                    </a:outerShdw>
                  </a:effectLst>
                  <a:latin typeface="华文行楷" panose="02010800040101010101" charset="-122"/>
                  <a:ea typeface="华文行楷" panose="02010800040101010101" charset="-122"/>
                  <a:sym typeface="+mn-ea"/>
                </a:rPr>
                <a:t>观</a:t>
              </a:r>
              <a:endParaRPr kumimoji="0" lang="zh-CN" altLang="en-US" sz="16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glow rad="25400">
                    <a:prstClr val="white">
                      <a:alpha val="20000"/>
                    </a:prstClr>
                  </a:glow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华文行楷" panose="02010800040101010101" charset="-122"/>
                <a:ea typeface="华文行楷" panose="02010800040101010101" charset="-122"/>
                <a:cs typeface="+mn-cs"/>
                <a:sym typeface="+mn-ea"/>
              </a:endParaRPr>
            </a:p>
          </p:txBody>
        </p:sp>
        <p:sp>
          <p:nvSpPr>
            <p:cNvPr id="7" name="shell_文本框 6">
              <a:extLst>
                <a:ext uri="{FF2B5EF4-FFF2-40B4-BE49-F238E27FC236}">
                  <a16:creationId xmlns:a16="http://schemas.microsoft.com/office/drawing/2014/main" id="{DB4ECFDA-8B0A-0332-A0D6-47F60D4BE43B}"/>
                </a:ext>
              </a:extLst>
            </p:cNvPr>
            <p:cNvSpPr txBox="1"/>
            <p:nvPr/>
          </p:nvSpPr>
          <p:spPr>
            <a:xfrm>
              <a:off x="6703983" y="2643042"/>
              <a:ext cx="1694997" cy="279764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zh-CN" altLang="en-US" sz="16600" dirty="0">
                  <a:solidFill>
                    <a:prstClr val="white"/>
                  </a:solidFill>
                  <a:effectLst>
                    <a:glow rad="25400">
                      <a:prstClr val="white">
                        <a:alpha val="20000"/>
                      </a:prstClr>
                    </a:glow>
                    <a:outerShdw blurRad="50800" dist="38100" dir="2700000" algn="tl" rotWithShape="0">
                      <a:prstClr val="black">
                        <a:alpha val="40000"/>
                      </a:prstClr>
                    </a:outerShdw>
                  </a:effectLst>
                  <a:latin typeface="华文行楷" panose="02010800040101010101" charset="-122"/>
                  <a:ea typeface="华文行楷" panose="02010800040101010101" charset="-122"/>
                  <a:sym typeface="+mn-ea"/>
                </a:rPr>
                <a:t>谢</a:t>
              </a:r>
            </a:p>
          </p:txBody>
        </p:sp>
        <p:sp>
          <p:nvSpPr>
            <p:cNvPr id="9" name="shell_文本框 8">
              <a:extLst>
                <a:ext uri="{FF2B5EF4-FFF2-40B4-BE49-F238E27FC236}">
                  <a16:creationId xmlns:a16="http://schemas.microsoft.com/office/drawing/2014/main" id="{AB23454F-050A-A35E-B6B0-76A2722DBBC0}"/>
                </a:ext>
              </a:extLst>
            </p:cNvPr>
            <p:cNvSpPr txBox="1"/>
            <p:nvPr/>
          </p:nvSpPr>
          <p:spPr>
            <a:xfrm>
              <a:off x="10743490" y="2332590"/>
              <a:ext cx="1969771" cy="333440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zh-CN" altLang="en-US" sz="19900" dirty="0">
                  <a:solidFill>
                    <a:prstClr val="white"/>
                  </a:solidFill>
                  <a:effectLst>
                    <a:glow rad="25400">
                      <a:prstClr val="white">
                        <a:alpha val="20000"/>
                      </a:prstClr>
                    </a:glow>
                    <a:outerShdw blurRad="50800" dist="38100" dir="2700000" algn="tl" rotWithShape="0">
                      <a:prstClr val="black">
                        <a:alpha val="40000"/>
                      </a:prstClr>
                    </a:outerShdw>
                  </a:effectLst>
                  <a:latin typeface="华文行楷" panose="02010800040101010101" charset="-122"/>
                  <a:ea typeface="华文行楷" panose="02010800040101010101" charset="-122"/>
                  <a:cs typeface="微软雅黑" charset="-122"/>
                  <a:sym typeface="+mn-ea"/>
                </a:rPr>
                <a:t>看</a:t>
              </a:r>
              <a:endParaRPr kumimoji="0" lang="zh-CN" altLang="en-US" sz="199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glow rad="25400">
                    <a:prstClr val="white">
                      <a:alpha val="20000"/>
                    </a:prstClr>
                  </a:glow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华文行楷" panose="02010800040101010101" charset="-122"/>
                <a:ea typeface="华文行楷" panose="02010800040101010101" charset="-122"/>
                <a:cs typeface="微软雅黑" charset="-122"/>
                <a:sym typeface="+mn-ea"/>
              </a:endParaRPr>
            </a:p>
          </p:txBody>
        </p:sp>
      </p:grpSp>
      <p:pic>
        <p:nvPicPr>
          <p:cNvPr id="10" name="shell_图片 6" descr="图片包含 标志, 照片, 食物, 停止&#10;&#10;描述已自动生成">
            <a:extLst>
              <a:ext uri="{FF2B5EF4-FFF2-40B4-BE49-F238E27FC236}">
                <a16:creationId xmlns:a16="http://schemas.microsoft.com/office/drawing/2014/main" id="{D80D874F-7968-7B58-48A9-E2BAAE84DDBD}"/>
              </a:ext>
            </a:extLst>
          </p:cNvPr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2" cstate="print"/>
          <a:stretch>
            <a:fillRect/>
          </a:stretch>
        </p:blipFill>
        <p:spPr>
          <a:xfrm>
            <a:off x="215817" y="140452"/>
            <a:ext cx="2601236" cy="803694"/>
          </a:xfrm>
          <a:prstGeom prst="rect">
            <a:avLst/>
          </a:prstGeom>
        </p:spPr>
      </p:pic>
      <p:sp>
        <p:nvSpPr>
          <p:cNvPr id="70" name="shell_任意多边形: 形状 69">
            <a:extLst>
              <a:ext uri="{FF2B5EF4-FFF2-40B4-BE49-F238E27FC236}">
                <a16:creationId xmlns:a16="http://schemas.microsoft.com/office/drawing/2014/main" id="{4CF8F8F8-EF02-5746-BB47-F1B65D16E25D}"/>
              </a:ext>
            </a:extLst>
          </p:cNvPr>
          <p:cNvSpPr/>
          <p:nvPr/>
        </p:nvSpPr>
        <p:spPr>
          <a:xfrm rot="21419250">
            <a:off x="121656" y="6296830"/>
            <a:ext cx="12118748" cy="1197037"/>
          </a:xfrm>
          <a:custGeom>
            <a:avLst/>
            <a:gdLst>
              <a:gd name="connsiteX0" fmla="*/ 12118748 w 12118748"/>
              <a:gd name="connsiteY0" fmla="*/ 9701 h 1197037"/>
              <a:gd name="connsiteX1" fmla="*/ 12056124 w 12118748"/>
              <a:gd name="connsiteY1" fmla="*/ 670749 h 1197037"/>
              <a:gd name="connsiteX2" fmla="*/ 11502946 w 12118748"/>
              <a:gd name="connsiteY2" fmla="*/ 639960 h 1197037"/>
              <a:gd name="connsiteX3" fmla="*/ 8287832 w 12118748"/>
              <a:gd name="connsiteY3" fmla="*/ 562568 h 1197037"/>
              <a:gd name="connsiteX4" fmla="*/ 8202390 w 12118748"/>
              <a:gd name="connsiteY4" fmla="*/ 563066 h 1197037"/>
              <a:gd name="connsiteX5" fmla="*/ 8096633 w 12118748"/>
              <a:gd name="connsiteY5" fmla="*/ 562567 h 1197037"/>
              <a:gd name="connsiteX6" fmla="*/ 73151 w 12118748"/>
              <a:gd name="connsiteY6" fmla="*/ 1177902 h 1197037"/>
              <a:gd name="connsiteX7" fmla="*/ 0 w 12118748"/>
              <a:gd name="connsiteY7" fmla="*/ 1197037 h 1197037"/>
              <a:gd name="connsiteX8" fmla="*/ 60337 w 12118748"/>
              <a:gd name="connsiteY8" fmla="*/ 1170582 h 1197037"/>
              <a:gd name="connsiteX9" fmla="*/ 8283188 w 12118748"/>
              <a:gd name="connsiteY9" fmla="*/ 65395 h 1197037"/>
              <a:gd name="connsiteX10" fmla="*/ 11892501 w 12118748"/>
              <a:gd name="connsiteY10" fmla="*/ 4842 h 11970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2118748" h="1197037">
                <a:moveTo>
                  <a:pt x="12118748" y="9701"/>
                </a:moveTo>
                <a:lnTo>
                  <a:pt x="12056124" y="670749"/>
                </a:lnTo>
                <a:lnTo>
                  <a:pt x="11502946" y="639960"/>
                </a:lnTo>
                <a:cubicBezTo>
                  <a:pt x="10507433" y="590008"/>
                  <a:pt x="9422816" y="562568"/>
                  <a:pt x="8287832" y="562568"/>
                </a:cubicBezTo>
                <a:lnTo>
                  <a:pt x="8202390" y="563066"/>
                </a:lnTo>
                <a:lnTo>
                  <a:pt x="8096633" y="562567"/>
                </a:lnTo>
                <a:cubicBezTo>
                  <a:pt x="4587391" y="562568"/>
                  <a:pt x="1548575" y="812972"/>
                  <a:pt x="73151" y="1177902"/>
                </a:cubicBezTo>
                <a:lnTo>
                  <a:pt x="0" y="1197037"/>
                </a:lnTo>
                <a:lnTo>
                  <a:pt x="60337" y="1170582"/>
                </a:lnTo>
                <a:cubicBezTo>
                  <a:pt x="1248424" y="685489"/>
                  <a:pt x="4475235" y="233368"/>
                  <a:pt x="8283188" y="65395"/>
                </a:cubicBezTo>
                <a:cubicBezTo>
                  <a:pt x="9568253" y="8710"/>
                  <a:pt x="10790241" y="-9913"/>
                  <a:pt x="11892501" y="4842"/>
                </a:cubicBezTo>
                <a:close/>
              </a:path>
            </a:pathLst>
          </a:custGeom>
          <a:solidFill>
            <a:srgbClr val="F2BA02">
              <a:lumMod val="20000"/>
              <a:lumOff val="80000"/>
            </a:srgbClr>
          </a:solidFill>
          <a:ln w="15875" cap="flat" cmpd="sng" algn="ctr">
            <a:noFill/>
            <a:prstDash val="solid"/>
            <a:miter lim="800000"/>
          </a:ln>
          <a:effectLst>
            <a:outerShdw blurRad="190500" dist="114300" dir="5400000" sx="102000" sy="102000" algn="ctr" rotWithShape="0">
              <a:srgbClr val="4874CB">
                <a:alpha val="20000"/>
              </a:srgbClr>
            </a:outerShdw>
          </a:effectLst>
        </p:spPr>
        <p:txBody>
          <a:bodyPr rot="0" spcFirstLastPara="0" vert="horz" wrap="square" lIns="68580" tIns="34290" rIns="68580" bIns="34290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4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grpSp>
        <p:nvGrpSpPr>
          <p:cNvPr id="64" name="shell_组合 63">
            <a:extLst>
              <a:ext uri="{FF2B5EF4-FFF2-40B4-BE49-F238E27FC236}">
                <a16:creationId xmlns:a16="http://schemas.microsoft.com/office/drawing/2014/main" id="{36E982AB-261C-C20D-D8BE-2F3357894143}"/>
              </a:ext>
            </a:extLst>
          </p:cNvPr>
          <p:cNvGrpSpPr/>
          <p:nvPr/>
        </p:nvGrpSpPr>
        <p:grpSpPr>
          <a:xfrm>
            <a:off x="-12520" y="3747565"/>
            <a:ext cx="12217040" cy="1602243"/>
            <a:chOff x="-25040" y="3573689"/>
            <a:chExt cx="12217040" cy="1602243"/>
          </a:xfrm>
        </p:grpSpPr>
        <p:sp>
          <p:nvSpPr>
            <p:cNvPr id="45" name="shell_矩形 44">
              <a:extLst>
                <a:ext uri="{FF2B5EF4-FFF2-40B4-BE49-F238E27FC236}">
                  <a16:creationId xmlns:a16="http://schemas.microsoft.com/office/drawing/2014/main" id="{7409CF5A-A621-0877-E95F-E3925080E09D}"/>
                </a:ext>
              </a:extLst>
            </p:cNvPr>
            <p:cNvSpPr/>
            <p:nvPr/>
          </p:nvSpPr>
          <p:spPr>
            <a:xfrm>
              <a:off x="-12520" y="3573689"/>
              <a:ext cx="12192000" cy="1602243"/>
            </a:xfrm>
            <a:prstGeom prst="rect">
              <a:avLst/>
            </a:prstGeom>
            <a:solidFill>
              <a:schemeClr val="accent5">
                <a:lumMod val="75000"/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6" name="shell_矩形 15">
              <a:extLst>
                <a:ext uri="{FF2B5EF4-FFF2-40B4-BE49-F238E27FC236}">
                  <a16:creationId xmlns:a16="http://schemas.microsoft.com/office/drawing/2014/main" id="{AF69010B-FF17-80C4-84C5-5DDE151565FE}"/>
                </a:ext>
              </a:extLst>
            </p:cNvPr>
            <p:cNvSpPr/>
            <p:nvPr/>
          </p:nvSpPr>
          <p:spPr>
            <a:xfrm>
              <a:off x="-25040" y="3670296"/>
              <a:ext cx="12217040" cy="1440264"/>
            </a:xfrm>
            <a:prstGeom prst="rect">
              <a:avLst/>
            </a:prstGeom>
            <a:solidFill>
              <a:srgbClr val="4874CB">
                <a:lumMod val="75000"/>
                <a:alpha val="64000"/>
              </a:srgbClr>
            </a:solidFill>
            <a:ln w="12700" cap="flat" cmpd="sng" algn="ctr">
              <a:solidFill>
                <a:srgbClr val="4874CB">
                  <a:shade val="15000"/>
                  <a:alpha val="0"/>
                </a:srgb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FCE096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DJUSTMENTS" val="15.46937"/>
  <p:tag name="SHADOWSIZE" val="100"/>
  <p:tag name="KSO_WM_DIAGRAM_VIRTUALLY_FRAME" val="{&quot;height&quot;:407.65,&quot;left&quot;:-6.35,&quot;top&quot;:85.05,&quot;width&quot;:843.3081102362205}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DJUSTMENTS" val="15.46937"/>
  <p:tag name="SHADOWSIZE" val="100"/>
  <p:tag name="KSO_WM_DIAGRAM_VIRTUALLY_FRAME" val="{&quot;height&quot;:407.65,&quot;left&quot;:-6.35,&quot;top&quot;:85.05,&quot;width&quot;:843.3081102362205}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DJUSTMENTS" val="15.46937"/>
  <p:tag name="SHADOWSIZE" val="100"/>
  <p:tag name="KSO_WM_DIAGRAM_VIRTUALLY_FRAME" val="{&quot;height&quot;:407.65,&quot;left&quot;:-6.35,&quot;top&quot;:85.05,&quot;width&quot;:843.3081102362205}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DJUSTMENTS" val="15.46937"/>
  <p:tag name="SHADOWSIZE" val="100"/>
  <p:tag name="KSO_WM_DIAGRAM_VIRTUALLY_FRAME" val="{&quot;height&quot;:407.65,&quot;left&quot;:-6.35,&quot;top&quot;:85.05,&quot;width&quot;:843.3081102362205}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1004</TotalTime>
  <Words>378</Words>
  <Application>Microsoft Office PowerPoint</Application>
  <PresentationFormat>宽屏</PresentationFormat>
  <Paragraphs>75</Paragraphs>
  <Slides>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7</vt:i4>
      </vt:variant>
    </vt:vector>
  </HeadingPairs>
  <TitlesOfParts>
    <vt:vector size="16" baseType="lpstr">
      <vt:lpstr>等线</vt:lpstr>
      <vt:lpstr>华文行楷</vt:lpstr>
      <vt:lpstr>思源宋体 CN Heavy</vt:lpstr>
      <vt:lpstr>微软雅黑</vt:lpstr>
      <vt:lpstr>Arial</vt:lpstr>
      <vt:lpstr>Calibri</vt:lpstr>
      <vt:lpstr>Times New Roman</vt:lpstr>
      <vt:lpstr>Wingdings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6</cp:revision>
  <dcterms:created xsi:type="dcterms:W3CDTF">2026-03-13T05:30:05Z</dcterms:created>
  <dcterms:modified xsi:type="dcterms:W3CDTF">2026-03-14T13:43:43Z</dcterms:modified>
</cp:coreProperties>
</file>