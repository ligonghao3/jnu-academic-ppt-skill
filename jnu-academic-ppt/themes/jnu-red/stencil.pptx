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1" r:id="rId15"/>
    <p:sldId id="262" r:id="rId16"/>
    <p:sldId id="263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 autoAdjust="0"/>
    <p:restoredTop sz="94643" autoAdjust="0"/>
  </p:normalViewPr>
  <p:slideViewPr>
    <p:cSldViewPr>
      <p:cViewPr>
        <p:scale>
          <a:sx n="66" d="100"/>
          <a:sy n="66" d="100"/>
        </p:scale>
        <p:origin x="46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.jpeg"/><Relationship Id="rId7" Type="http://schemas.openxmlformats.org/officeDocument/2006/relationships/image" Target="../media/image5.png"/><Relationship Id="rId8" Type="http://schemas.openxmlformats.org/officeDocument/2006/relationships/image" Target="../media/image10.png"/><Relationship Id="rId9" Type="http://schemas.openxmlformats.org/officeDocument/2006/relationships/image" Target="../media/image4.png"/><Relationship Id="rId10" Type="http://schemas.openxmlformats.org/officeDocument/2006/relationships/image" Target="../media/image9.png"/><Relationship Id="rId11" Type="http://schemas.openxmlformats.org/officeDocument/2006/relationships/image" Target="../media/image3.svg"/><Relationship Id="rId1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4.png"/><Relationship Id="rId4" Type="http://schemas.openxmlformats.org/officeDocument/2006/relationships/image" Target="../media/image15.jpeg"/><Relationship Id="rId5" Type="http://schemas.openxmlformats.org/officeDocument/2006/relationships/image" Target="../media/image1.jpeg"/><Relationship Id="rId6" Type="http://schemas.openxmlformats.org/officeDocument/2006/relationships/image" Target="../media/image14.jpeg"/><Relationship Id="rId7" Type="http://schemas.openxmlformats.org/officeDocument/2006/relationships/image" Target="../media/image7.png"/><Relationship Id="rId8" Type="http://schemas.openxmlformats.org/officeDocument/2006/relationships/image" Target="../media/image11.png"/><Relationship Id="rId9" Type="http://schemas.openxmlformats.org/officeDocument/2006/relationships/image" Target="../media/image2.png"/><Relationship Id="rId10" Type="http://schemas.openxmlformats.org/officeDocument/2006/relationships/image" Target="../media/image1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.jpeg"/><Relationship Id="rId7" Type="http://schemas.openxmlformats.org/officeDocument/2006/relationships/image" Target="../media/image5.png"/><Relationship Id="rId8" Type="http://schemas.openxmlformats.org/officeDocument/2006/relationships/image" Target="../media/image10.png"/><Relationship Id="rId9" Type="http://schemas.openxmlformats.org/officeDocument/2006/relationships/image" Target="../media/image4.png"/><Relationship Id="rId10" Type="http://schemas.openxmlformats.org/officeDocument/2006/relationships/image" Target="../media/image9.png"/><Relationship Id="rId11" Type="http://schemas.openxmlformats.org/officeDocument/2006/relationships/image" Target="../media/image3.svg"/><Relationship Id="rId1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9" name="shell_图片 58">
            <a:extLst>
              <a:ext uri="{FF2B5EF4-FFF2-40B4-BE49-F238E27FC236}">
                <a16:creationId xmlns:a16="http://schemas.microsoft.com/office/drawing/2014/main" id="{D78932B1-D6DD-440D-C001-8B99DB03F9B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5" t="51365" r="483" b="12683"/>
          <a:stretch>
            <a:fillRect/>
          </a:stretch>
        </p:blipFill>
        <p:spPr>
          <a:xfrm>
            <a:off x="-6" y="-32576"/>
            <a:ext cx="18288006" cy="10319576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 rot="5400000">
            <a:off x="7656113" y="-7659129"/>
            <a:ext cx="3086100" cy="18288000"/>
            <a:chOff x="0" y="0"/>
            <a:chExt cx="812800" cy="4816593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812800" cy="4816592"/>
            </a:xfrm>
            <a:custGeom>
              <a:avLst/>
              <a:gdLst/>
              <a:ahLst/>
              <a:cxnLst/>
              <a:rect l="l" t="t" r="r" b="b"/>
              <a:pathLst>
                <a:path w="812800" h="4816592">
                  <a:moveTo>
                    <a:pt x="0" y="0"/>
                  </a:moveTo>
                  <a:lnTo>
                    <a:pt x="812800" y="0"/>
                  </a:lnTo>
                  <a:lnTo>
                    <a:pt x="81280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F58457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-38100"/>
              <a:ext cx="81280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shell_Freeform 5"/>
          <p:cNvSpPr/>
          <p:nvPr/>
        </p:nvSpPr>
        <p:spPr>
          <a:xfrm>
            <a:off x="-1308821" y="4960289"/>
            <a:ext cx="3628961" cy="3325977"/>
          </a:xfrm>
          <a:custGeom>
            <a:avLst/>
            <a:gdLst/>
            <a:ahLst/>
            <a:cxnLst/>
            <a:rect l="l" t="t" r="r" b="b"/>
            <a:pathLst>
              <a:path w="3628961" h="3325977">
                <a:moveTo>
                  <a:pt x="0" y="0"/>
                </a:moveTo>
                <a:lnTo>
                  <a:pt x="3628962" y="0"/>
                </a:lnTo>
                <a:lnTo>
                  <a:pt x="3628962" y="3325978"/>
                </a:lnTo>
                <a:lnTo>
                  <a:pt x="0" y="332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</p:sp>
      <p:sp>
        <p:nvSpPr>
          <p:cNvPr id="6" name="shell_Freeform 6"/>
          <p:cNvSpPr/>
          <p:nvPr/>
        </p:nvSpPr>
        <p:spPr>
          <a:xfrm>
            <a:off x="13683025" y="5676744"/>
            <a:ext cx="4379169" cy="4200428"/>
          </a:xfrm>
          <a:custGeom>
            <a:avLst/>
            <a:gdLst/>
            <a:ahLst/>
            <a:cxnLst/>
            <a:rect l="l" t="t" r="r" b="b"/>
            <a:pathLst>
              <a:path w="4379169" h="4200428">
                <a:moveTo>
                  <a:pt x="0" y="0"/>
                </a:moveTo>
                <a:lnTo>
                  <a:pt x="4379169" y="0"/>
                </a:lnTo>
                <a:lnTo>
                  <a:pt x="4379169" y="4200428"/>
                </a:lnTo>
                <a:lnTo>
                  <a:pt x="0" y="4200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shell_Group 7"/>
          <p:cNvGrpSpPr/>
          <p:nvPr/>
        </p:nvGrpSpPr>
        <p:grpSpPr>
          <a:xfrm rot="-5400000">
            <a:off x="7437229" y="-82038"/>
            <a:ext cx="3413540" cy="18288000"/>
            <a:chOff x="0" y="0"/>
            <a:chExt cx="899039" cy="4816593"/>
          </a:xfrm>
        </p:grpSpPr>
        <p:sp>
          <p:nvSpPr>
            <p:cNvPr id="8" name="shell_Freeform 8"/>
            <p:cNvSpPr/>
            <p:nvPr/>
          </p:nvSpPr>
          <p:spPr>
            <a:xfrm>
              <a:off x="0" y="0"/>
              <a:ext cx="899039" cy="4816592"/>
            </a:xfrm>
            <a:custGeom>
              <a:avLst/>
              <a:gdLst/>
              <a:ahLst/>
              <a:cxnLst/>
              <a:rect l="l" t="t" r="r" b="b"/>
              <a:pathLst>
                <a:path w="899039" h="4816592">
                  <a:moveTo>
                    <a:pt x="0" y="0"/>
                  </a:moveTo>
                  <a:lnTo>
                    <a:pt x="899039" y="0"/>
                  </a:lnTo>
                  <a:lnTo>
                    <a:pt x="899039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64B26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shell_TextBox 9"/>
            <p:cNvSpPr txBox="1"/>
            <p:nvPr/>
          </p:nvSpPr>
          <p:spPr>
            <a:xfrm>
              <a:off x="0" y="-38100"/>
              <a:ext cx="899039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shell_Freeform 10"/>
          <p:cNvSpPr/>
          <p:nvPr/>
        </p:nvSpPr>
        <p:spPr>
          <a:xfrm>
            <a:off x="11648194" y="7371631"/>
            <a:ext cx="9779322" cy="4549794"/>
          </a:xfrm>
          <a:custGeom>
            <a:avLst/>
            <a:gdLst/>
            <a:ahLst/>
            <a:cxnLst/>
            <a:rect l="l" t="t" r="r" b="b"/>
            <a:pathLst>
              <a:path w="9779322" h="4549794">
                <a:moveTo>
                  <a:pt x="0" y="0"/>
                </a:moveTo>
                <a:lnTo>
                  <a:pt x="9779322" y="0"/>
                </a:lnTo>
                <a:lnTo>
                  <a:pt x="9779322" y="4549794"/>
                </a:lnTo>
                <a:lnTo>
                  <a:pt x="0" y="45497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6335"/>
            </a:stretch>
          </a:blipFill>
        </p:spPr>
      </p:sp>
      <p:sp>
        <p:nvSpPr>
          <p:cNvPr id="11" name="shell_Freeform 11"/>
          <p:cNvSpPr/>
          <p:nvPr/>
        </p:nvSpPr>
        <p:spPr>
          <a:xfrm rot="1427816">
            <a:off x="-1447857" y="7020776"/>
            <a:ext cx="11810393" cy="5559992"/>
          </a:xfrm>
          <a:custGeom>
            <a:avLst/>
            <a:gdLst/>
            <a:ahLst/>
            <a:cxnLst/>
            <a:rect l="l" t="t" r="r" b="b"/>
            <a:pathLst>
              <a:path w="11810393" h="5559992">
                <a:moveTo>
                  <a:pt x="0" y="0"/>
                </a:moveTo>
                <a:lnTo>
                  <a:pt x="11810394" y="0"/>
                </a:lnTo>
                <a:lnTo>
                  <a:pt x="11810394" y="5559992"/>
                </a:lnTo>
                <a:lnTo>
                  <a:pt x="0" y="55599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shell_Freeform 12"/>
          <p:cNvSpPr/>
          <p:nvPr/>
        </p:nvSpPr>
        <p:spPr>
          <a:xfrm rot="2146128">
            <a:off x="-976547" y="-4455142"/>
            <a:ext cx="6873149" cy="8229600"/>
          </a:xfrm>
          <a:custGeom>
            <a:avLst/>
            <a:gdLst/>
            <a:ahLst/>
            <a:cxnLst/>
            <a:rect l="l" t="t" r="r" b="b"/>
            <a:pathLst>
              <a:path w="6873149" h="8229600">
                <a:moveTo>
                  <a:pt x="0" y="0"/>
                </a:moveTo>
                <a:lnTo>
                  <a:pt x="6873149" y="0"/>
                </a:lnTo>
                <a:lnTo>
                  <a:pt x="687314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shell_Freeform 13"/>
          <p:cNvSpPr/>
          <p:nvPr/>
        </p:nvSpPr>
        <p:spPr>
          <a:xfrm rot="3149170">
            <a:off x="4009693" y="-2490767"/>
            <a:ext cx="3591959" cy="4300850"/>
          </a:xfrm>
          <a:custGeom>
            <a:avLst/>
            <a:gdLst/>
            <a:ahLst/>
            <a:cxnLst/>
            <a:rect l="l" t="t" r="r" b="b"/>
            <a:pathLst>
              <a:path w="3591959" h="4300850">
                <a:moveTo>
                  <a:pt x="0" y="0"/>
                </a:moveTo>
                <a:lnTo>
                  <a:pt x="3591959" y="0"/>
                </a:lnTo>
                <a:lnTo>
                  <a:pt x="3591959" y="4300850"/>
                </a:lnTo>
                <a:lnTo>
                  <a:pt x="0" y="430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shell_Freeform 14"/>
          <p:cNvSpPr/>
          <p:nvPr/>
        </p:nvSpPr>
        <p:spPr>
          <a:xfrm>
            <a:off x="4950045" y="190917"/>
            <a:ext cx="561205" cy="514350"/>
          </a:xfrm>
          <a:custGeom>
            <a:avLst/>
            <a:gdLst/>
            <a:ahLst/>
            <a:cxnLst/>
            <a:rect l="l" t="t" r="r" b="b"/>
            <a:pathLst>
              <a:path w="561205" h="514350">
                <a:moveTo>
                  <a:pt x="0" y="0"/>
                </a:moveTo>
                <a:lnTo>
                  <a:pt x="561206" y="0"/>
                </a:lnTo>
                <a:lnTo>
                  <a:pt x="56120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shell_Freeform 15"/>
          <p:cNvSpPr/>
          <p:nvPr/>
        </p:nvSpPr>
        <p:spPr>
          <a:xfrm>
            <a:off x="17259300" y="4654841"/>
            <a:ext cx="673337" cy="617120"/>
          </a:xfrm>
          <a:custGeom>
            <a:avLst/>
            <a:gdLst/>
            <a:ahLst/>
            <a:cxnLst/>
            <a:rect l="l" t="t" r="r" b="b"/>
            <a:pathLst>
              <a:path w="673337" h="617120">
                <a:moveTo>
                  <a:pt x="0" y="0"/>
                </a:moveTo>
                <a:lnTo>
                  <a:pt x="673337" y="0"/>
                </a:lnTo>
                <a:lnTo>
                  <a:pt x="673337" y="617120"/>
                </a:lnTo>
                <a:lnTo>
                  <a:pt x="0" y="617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16" name="shell_Freeform 16"/>
          <p:cNvSpPr/>
          <p:nvPr/>
        </p:nvSpPr>
        <p:spPr>
          <a:xfrm flipH="1">
            <a:off x="11119328" y="448092"/>
            <a:ext cx="4753281" cy="2313715"/>
          </a:xfrm>
          <a:custGeom>
            <a:avLst/>
            <a:gdLst/>
            <a:ahLst/>
            <a:cxnLst/>
            <a:rect l="l" t="t" r="r" b="b"/>
            <a:pathLst>
              <a:path w="4753281" h="2313715">
                <a:moveTo>
                  <a:pt x="4753282" y="0"/>
                </a:moveTo>
                <a:lnTo>
                  <a:pt x="0" y="0"/>
                </a:lnTo>
                <a:lnTo>
                  <a:pt x="0" y="2313715"/>
                </a:lnTo>
                <a:lnTo>
                  <a:pt x="4753282" y="2313715"/>
                </a:lnTo>
                <a:lnTo>
                  <a:pt x="4753282" y="0"/>
                </a:lnTo>
                <a:close/>
              </a:path>
            </a:pathLst>
          </a:custGeom>
          <a:blipFill>
            <a:blip r:embed="rId2">
              <a:alphaModFix amt="89000"/>
            </a:blip>
            <a:stretch>
              <a:fillRect/>
            </a:stretch>
          </a:blipFill>
        </p:spPr>
      </p:sp>
      <p:sp>
        <p:nvSpPr>
          <p:cNvPr id="17" name="shell_Freeform 17"/>
          <p:cNvSpPr/>
          <p:nvPr/>
        </p:nvSpPr>
        <p:spPr>
          <a:xfrm>
            <a:off x="8884867" y="5034464"/>
            <a:ext cx="518265" cy="474995"/>
          </a:xfrm>
          <a:custGeom>
            <a:avLst/>
            <a:gdLst/>
            <a:ahLst/>
            <a:cxnLst/>
            <a:rect l="l" t="t" r="r" b="b"/>
            <a:pathLst>
              <a:path w="518265" h="474995">
                <a:moveTo>
                  <a:pt x="0" y="0"/>
                </a:moveTo>
                <a:lnTo>
                  <a:pt x="518266" y="0"/>
                </a:lnTo>
                <a:lnTo>
                  <a:pt x="518266" y="474995"/>
                </a:lnTo>
                <a:lnTo>
                  <a:pt x="0" y="474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7" name="shell_Freeform 37"/>
          <p:cNvSpPr/>
          <p:nvPr/>
        </p:nvSpPr>
        <p:spPr>
          <a:xfrm>
            <a:off x="13860417" y="303285"/>
            <a:ext cx="4748499" cy="1940949"/>
          </a:xfrm>
          <a:custGeom>
            <a:avLst/>
            <a:gdLst/>
            <a:ahLst/>
            <a:cxnLst/>
            <a:rect l="l" t="t" r="r" b="b"/>
            <a:pathLst>
              <a:path w="4748499" h="1940949">
                <a:moveTo>
                  <a:pt x="0" y="0"/>
                </a:moveTo>
                <a:lnTo>
                  <a:pt x="4748499" y="0"/>
                </a:lnTo>
                <a:lnTo>
                  <a:pt x="4748499" y="1940949"/>
                </a:lnTo>
                <a:lnTo>
                  <a:pt x="0" y="1940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8" name="shell_Freeform 38"/>
          <p:cNvSpPr/>
          <p:nvPr/>
        </p:nvSpPr>
        <p:spPr>
          <a:xfrm flipH="1">
            <a:off x="4117332" y="6490534"/>
            <a:ext cx="1491325" cy="1329801"/>
          </a:xfrm>
          <a:custGeom>
            <a:avLst/>
            <a:gdLst/>
            <a:ahLst/>
            <a:cxnLst/>
            <a:rect l="l" t="t" r="r" b="b"/>
            <a:pathLst>
              <a:path w="1491325" h="1329801">
                <a:moveTo>
                  <a:pt x="1491325" y="0"/>
                </a:moveTo>
                <a:lnTo>
                  <a:pt x="0" y="0"/>
                </a:lnTo>
                <a:lnTo>
                  <a:pt x="0" y="1329801"/>
                </a:lnTo>
                <a:lnTo>
                  <a:pt x="1491325" y="1329801"/>
                </a:lnTo>
                <a:lnTo>
                  <a:pt x="1491325" y="0"/>
                </a:lnTo>
                <a:close/>
              </a:path>
            </a:pathLst>
          </a:custGeom>
          <a:blipFill>
            <a:blip r:embed="rId10">
              <a:alphaModFix amt="31000"/>
            </a:blip>
            <a:stretch>
              <a:fillRect l="-83188"/>
            </a:stretch>
          </a:blipFill>
        </p:spPr>
      </p:sp>
      <p:sp>
        <p:nvSpPr>
          <p:cNvPr id="40" name="shell_Freeform 40"/>
          <p:cNvSpPr/>
          <p:nvPr/>
        </p:nvSpPr>
        <p:spPr>
          <a:xfrm rot="-2567252">
            <a:off x="8351282" y="2274348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1" name="shell_Freeform 41"/>
          <p:cNvSpPr/>
          <p:nvPr/>
        </p:nvSpPr>
        <p:spPr>
          <a:xfrm rot="-2567252">
            <a:off x="3091609" y="2339078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1"/>
                </a:lnTo>
                <a:lnTo>
                  <a:pt x="0" y="772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2" name="shell_Freeform 42"/>
          <p:cNvSpPr/>
          <p:nvPr/>
        </p:nvSpPr>
        <p:spPr>
          <a:xfrm rot="-2567252">
            <a:off x="11586131" y="3875894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3" name="shell_Freeform 43"/>
          <p:cNvSpPr/>
          <p:nvPr/>
        </p:nvSpPr>
        <p:spPr>
          <a:xfrm rot="-4337685">
            <a:off x="14936136" y="4297116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4" y="0"/>
                </a:lnTo>
                <a:lnTo>
                  <a:pt x="1298864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44" name="shell_Group 44"/>
          <p:cNvGrpSpPr/>
          <p:nvPr/>
        </p:nvGrpSpPr>
        <p:grpSpPr>
          <a:xfrm>
            <a:off x="2590661" y="5267199"/>
            <a:ext cx="6124142" cy="57150"/>
            <a:chOff x="0" y="0"/>
            <a:chExt cx="8165522" cy="76200"/>
          </a:xfrm>
        </p:grpSpPr>
        <p:sp>
          <p:nvSpPr>
            <p:cNvPr id="45" name="shell_AutoShape 45"/>
            <p:cNvSpPr/>
            <p:nvPr/>
          </p:nvSpPr>
          <p:spPr>
            <a:xfrm flipV="1">
              <a:off x="0" y="6350"/>
              <a:ext cx="8165522" cy="0"/>
            </a:xfrm>
            <a:prstGeom prst="line">
              <a:avLst/>
            </a:prstGeom>
            <a:ln w="12700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6" name="shell_AutoShape 46"/>
            <p:cNvSpPr/>
            <p:nvPr/>
          </p:nvSpPr>
          <p:spPr>
            <a:xfrm flipV="1">
              <a:off x="0" y="69850"/>
              <a:ext cx="8165522" cy="0"/>
            </a:xfrm>
            <a:prstGeom prst="line">
              <a:avLst/>
            </a:prstGeom>
            <a:ln w="12700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7" name="shell_Group 47"/>
          <p:cNvGrpSpPr/>
          <p:nvPr/>
        </p:nvGrpSpPr>
        <p:grpSpPr>
          <a:xfrm>
            <a:off x="9573197" y="5267199"/>
            <a:ext cx="6124142" cy="57150"/>
            <a:chOff x="0" y="0"/>
            <a:chExt cx="8165522" cy="76200"/>
          </a:xfrm>
        </p:grpSpPr>
        <p:sp>
          <p:nvSpPr>
            <p:cNvPr id="48" name="shell_AutoShape 48"/>
            <p:cNvSpPr/>
            <p:nvPr/>
          </p:nvSpPr>
          <p:spPr>
            <a:xfrm flipV="1">
              <a:off x="0" y="6350"/>
              <a:ext cx="8165522" cy="0"/>
            </a:xfrm>
            <a:prstGeom prst="line">
              <a:avLst/>
            </a:prstGeom>
            <a:ln w="12700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9" name="shell_AutoShape 49"/>
            <p:cNvSpPr/>
            <p:nvPr/>
          </p:nvSpPr>
          <p:spPr>
            <a:xfrm flipV="1">
              <a:off x="0" y="69850"/>
              <a:ext cx="8165522" cy="0"/>
            </a:xfrm>
            <a:prstGeom prst="line">
              <a:avLst/>
            </a:prstGeom>
            <a:ln w="12700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7" name="shell_Freeform 25">
            <a:extLst>
              <a:ext uri="{FF2B5EF4-FFF2-40B4-BE49-F238E27FC236}">
                <a16:creationId xmlns:a16="http://schemas.microsoft.com/office/drawing/2014/main" id="{1E2627AE-09D1-F591-2FF7-B897A8FFE8BF}"/>
              </a:ext>
            </a:extLst>
          </p:cNvPr>
          <p:cNvSpPr/>
          <p:nvPr/>
        </p:nvSpPr>
        <p:spPr>
          <a:xfrm>
            <a:off x="15970037" y="138782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 l="-12174" t="-5498" r="-8582" b="-8905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1" name="shell_图片 90">
            <a:extLst>
              <a:ext uri="{FF2B5EF4-FFF2-40B4-BE49-F238E27FC236}">
                <a16:creationId xmlns:a16="http://schemas.microsoft.com/office/drawing/2014/main" id="{24674879-BFDF-5456-3C67-59282B9FCFF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5" t="51365" r="483" b="12683"/>
          <a:stretch>
            <a:fillRect/>
          </a:stretch>
        </p:blipFill>
        <p:spPr>
          <a:xfrm>
            <a:off x="-6" y="-32576"/>
            <a:ext cx="18288006" cy="10319576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 rot="-5400000">
            <a:off x="8289939" y="288939"/>
            <a:ext cx="1708123" cy="18288000"/>
            <a:chOff x="0" y="0"/>
            <a:chExt cx="449876" cy="4816593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449876" cy="4816592"/>
            </a:xfrm>
            <a:custGeom>
              <a:avLst/>
              <a:gdLst/>
              <a:ahLst/>
              <a:cxnLst/>
              <a:rect l="l" t="t" r="r" b="b"/>
              <a:pathLst>
                <a:path w="449876" h="4816592">
                  <a:moveTo>
                    <a:pt x="0" y="0"/>
                  </a:moveTo>
                  <a:lnTo>
                    <a:pt x="449876" y="0"/>
                  </a:lnTo>
                  <a:lnTo>
                    <a:pt x="449876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64B26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-38100"/>
              <a:ext cx="449876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shell_Freeform 5"/>
          <p:cNvSpPr/>
          <p:nvPr/>
        </p:nvSpPr>
        <p:spPr>
          <a:xfrm>
            <a:off x="11475618" y="7459714"/>
            <a:ext cx="9779322" cy="4549794"/>
          </a:xfrm>
          <a:custGeom>
            <a:avLst/>
            <a:gdLst/>
            <a:ahLst/>
            <a:cxnLst/>
            <a:rect l="l" t="t" r="r" b="b"/>
            <a:pathLst>
              <a:path w="9779322" h="4549794">
                <a:moveTo>
                  <a:pt x="0" y="0"/>
                </a:moveTo>
                <a:lnTo>
                  <a:pt x="9779322" y="0"/>
                </a:lnTo>
                <a:lnTo>
                  <a:pt x="9779322" y="4549794"/>
                </a:lnTo>
                <a:lnTo>
                  <a:pt x="0" y="4549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335"/>
            </a:stretch>
          </a:blipFill>
        </p:spPr>
      </p:sp>
      <p:grpSp>
        <p:nvGrpSpPr>
          <p:cNvPr id="6" name="shell_Group 6"/>
          <p:cNvGrpSpPr/>
          <p:nvPr/>
        </p:nvGrpSpPr>
        <p:grpSpPr>
          <a:xfrm rot="5400000">
            <a:off x="8426372" y="-8426372"/>
            <a:ext cx="1435256" cy="18288000"/>
            <a:chOff x="0" y="0"/>
            <a:chExt cx="378010" cy="4816593"/>
          </a:xfrm>
        </p:grpSpPr>
        <p:sp>
          <p:nvSpPr>
            <p:cNvPr id="7" name="shell_Freeform 7"/>
            <p:cNvSpPr/>
            <p:nvPr/>
          </p:nvSpPr>
          <p:spPr>
            <a:xfrm>
              <a:off x="0" y="0"/>
              <a:ext cx="378010" cy="4816592"/>
            </a:xfrm>
            <a:custGeom>
              <a:avLst/>
              <a:gdLst/>
              <a:ahLst/>
              <a:cxnLst/>
              <a:rect l="l" t="t" r="r" b="b"/>
              <a:pathLst>
                <a:path w="378010" h="4816592">
                  <a:moveTo>
                    <a:pt x="0" y="0"/>
                  </a:moveTo>
                  <a:lnTo>
                    <a:pt x="378010" y="0"/>
                  </a:lnTo>
                  <a:lnTo>
                    <a:pt x="37801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F58457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shell_TextBox 8"/>
            <p:cNvSpPr txBox="1"/>
            <p:nvPr/>
          </p:nvSpPr>
          <p:spPr>
            <a:xfrm>
              <a:off x="0" y="-38100"/>
              <a:ext cx="37801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shell_Freeform 9"/>
          <p:cNvSpPr/>
          <p:nvPr/>
        </p:nvSpPr>
        <p:spPr>
          <a:xfrm rot="10739391">
            <a:off x="-4365765" y="-1910938"/>
            <a:ext cx="9779322" cy="4549794"/>
          </a:xfrm>
          <a:custGeom>
            <a:avLst/>
            <a:gdLst/>
            <a:ahLst/>
            <a:cxnLst/>
            <a:rect l="l" t="t" r="r" b="b"/>
            <a:pathLst>
              <a:path w="9779322" h="4549794">
                <a:moveTo>
                  <a:pt x="0" y="0"/>
                </a:moveTo>
                <a:lnTo>
                  <a:pt x="9779322" y="0"/>
                </a:lnTo>
                <a:lnTo>
                  <a:pt x="9779322" y="4549793"/>
                </a:lnTo>
                <a:lnTo>
                  <a:pt x="0" y="4549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335"/>
            </a:stretch>
          </a:blipFill>
        </p:spPr>
      </p:sp>
      <p:sp>
        <p:nvSpPr>
          <p:cNvPr id="10" name="shell_Freeform 10"/>
          <p:cNvSpPr/>
          <p:nvPr/>
        </p:nvSpPr>
        <p:spPr>
          <a:xfrm>
            <a:off x="-931863" y="8026488"/>
            <a:ext cx="1863726" cy="1708123"/>
          </a:xfrm>
          <a:custGeom>
            <a:avLst/>
            <a:gdLst/>
            <a:ahLst/>
            <a:cxnLst/>
            <a:rect l="l" t="t" r="r" b="b"/>
            <a:pathLst>
              <a:path w="1863726" h="1708123">
                <a:moveTo>
                  <a:pt x="0" y="0"/>
                </a:moveTo>
                <a:lnTo>
                  <a:pt x="1863726" y="0"/>
                </a:lnTo>
                <a:lnTo>
                  <a:pt x="1863726" y="1708123"/>
                </a:lnTo>
                <a:lnTo>
                  <a:pt x="0" y="17081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0999"/>
            </a:blip>
            <a:stretch>
              <a:fillRect/>
            </a:stretch>
          </a:blipFill>
        </p:spPr>
      </p:sp>
      <p:sp>
        <p:nvSpPr>
          <p:cNvPr id="11" name="shell_Freeform 11"/>
          <p:cNvSpPr/>
          <p:nvPr/>
        </p:nvSpPr>
        <p:spPr>
          <a:xfrm>
            <a:off x="16989015" y="-136433"/>
            <a:ext cx="1863726" cy="1708123"/>
          </a:xfrm>
          <a:custGeom>
            <a:avLst/>
            <a:gdLst/>
            <a:ahLst/>
            <a:cxnLst/>
            <a:rect l="l" t="t" r="r" b="b"/>
            <a:pathLst>
              <a:path w="1863726" h="1708123">
                <a:moveTo>
                  <a:pt x="0" y="0"/>
                </a:moveTo>
                <a:lnTo>
                  <a:pt x="1863726" y="0"/>
                </a:lnTo>
                <a:lnTo>
                  <a:pt x="1863726" y="1708122"/>
                </a:lnTo>
                <a:lnTo>
                  <a:pt x="0" y="17081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0999"/>
            </a:blip>
            <a:stretch>
              <a:fillRect/>
            </a:stretch>
          </a:blipFill>
        </p:spPr>
      </p:sp>
      <p:sp>
        <p:nvSpPr>
          <p:cNvPr id="12" name="shell_Freeform 12"/>
          <p:cNvSpPr/>
          <p:nvPr/>
        </p:nvSpPr>
        <p:spPr>
          <a:xfrm>
            <a:off x="16645333" y="1028700"/>
            <a:ext cx="1398663" cy="1260986"/>
          </a:xfrm>
          <a:custGeom>
            <a:avLst/>
            <a:gdLst/>
            <a:ahLst/>
            <a:cxnLst/>
            <a:rect l="l" t="t" r="r" b="b"/>
            <a:pathLst>
              <a:path w="1398663" h="1260986">
                <a:moveTo>
                  <a:pt x="0" y="0"/>
                </a:moveTo>
                <a:lnTo>
                  <a:pt x="1398663" y="0"/>
                </a:lnTo>
                <a:lnTo>
                  <a:pt x="1398663" y="1260986"/>
                </a:lnTo>
                <a:lnTo>
                  <a:pt x="0" y="12609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9000"/>
            </a:blip>
            <a:stretch>
              <a:fillRect l="-228452" t="-77333"/>
            </a:stretch>
          </a:blipFill>
        </p:spPr>
      </p:sp>
      <p:sp>
        <p:nvSpPr>
          <p:cNvPr id="90" name="shell_Freeform 25">
            <a:extLst>
              <a:ext uri="{FF2B5EF4-FFF2-40B4-BE49-F238E27FC236}">
                <a16:creationId xmlns:a16="http://schemas.microsoft.com/office/drawing/2014/main" id="{54EE95F8-207E-D7BB-C236-AB3DFEFB896F}"/>
              </a:ext>
            </a:extLst>
          </p:cNvPr>
          <p:cNvSpPr/>
          <p:nvPr/>
        </p:nvSpPr>
        <p:spPr>
          <a:xfrm>
            <a:off x="15970037" y="138782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 l="-12174" t="-5498" r="-8582" b="-8905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1" name="shell_图片 50">
            <a:extLst>
              <a:ext uri="{FF2B5EF4-FFF2-40B4-BE49-F238E27FC236}">
                <a16:creationId xmlns:a16="http://schemas.microsoft.com/office/drawing/2014/main" id="{2D10FF47-C329-892A-2051-4D7C9E32C1C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5" t="51365" r="483" b="12683"/>
          <a:stretch>
            <a:fillRect/>
          </a:stretch>
        </p:blipFill>
        <p:spPr>
          <a:xfrm>
            <a:off x="-6" y="-32576"/>
            <a:ext cx="18288006" cy="10319576"/>
          </a:xfrm>
          <a:prstGeom prst="rect">
            <a:avLst/>
          </a:prstGeom>
        </p:spPr>
      </p:pic>
      <p:grpSp>
        <p:nvGrpSpPr>
          <p:cNvPr id="2" name="shell_Group 2"/>
          <p:cNvGrpSpPr/>
          <p:nvPr/>
        </p:nvGrpSpPr>
        <p:grpSpPr>
          <a:xfrm rot="5400000">
            <a:off x="7600950" y="-7600950"/>
            <a:ext cx="3086100" cy="18288000"/>
            <a:chOff x="0" y="0"/>
            <a:chExt cx="812800" cy="4816593"/>
          </a:xfrm>
        </p:grpSpPr>
        <p:sp>
          <p:nvSpPr>
            <p:cNvPr id="3" name="shell_Freeform 3"/>
            <p:cNvSpPr/>
            <p:nvPr/>
          </p:nvSpPr>
          <p:spPr>
            <a:xfrm>
              <a:off x="0" y="0"/>
              <a:ext cx="812800" cy="4816592"/>
            </a:xfrm>
            <a:custGeom>
              <a:avLst/>
              <a:gdLst/>
              <a:ahLst/>
              <a:cxnLst/>
              <a:rect l="l" t="t" r="r" b="b"/>
              <a:pathLst>
                <a:path w="812800" h="4816592">
                  <a:moveTo>
                    <a:pt x="0" y="0"/>
                  </a:moveTo>
                  <a:lnTo>
                    <a:pt x="812800" y="0"/>
                  </a:lnTo>
                  <a:lnTo>
                    <a:pt x="81280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F58457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shell_TextBox 4"/>
            <p:cNvSpPr txBox="1"/>
            <p:nvPr/>
          </p:nvSpPr>
          <p:spPr>
            <a:xfrm>
              <a:off x="0" y="-38100"/>
              <a:ext cx="812800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shell_Freeform 5"/>
          <p:cNvSpPr/>
          <p:nvPr/>
        </p:nvSpPr>
        <p:spPr>
          <a:xfrm>
            <a:off x="-1308821" y="4960289"/>
            <a:ext cx="3628961" cy="3325977"/>
          </a:xfrm>
          <a:custGeom>
            <a:avLst/>
            <a:gdLst/>
            <a:ahLst/>
            <a:cxnLst/>
            <a:rect l="l" t="t" r="r" b="b"/>
            <a:pathLst>
              <a:path w="3628961" h="3325977">
                <a:moveTo>
                  <a:pt x="0" y="0"/>
                </a:moveTo>
                <a:lnTo>
                  <a:pt x="3628962" y="0"/>
                </a:lnTo>
                <a:lnTo>
                  <a:pt x="3628962" y="3325978"/>
                </a:lnTo>
                <a:lnTo>
                  <a:pt x="0" y="3325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</p:sp>
      <p:sp>
        <p:nvSpPr>
          <p:cNvPr id="6" name="shell_Freeform 6"/>
          <p:cNvSpPr/>
          <p:nvPr/>
        </p:nvSpPr>
        <p:spPr>
          <a:xfrm>
            <a:off x="13683025" y="5676744"/>
            <a:ext cx="4379169" cy="4200428"/>
          </a:xfrm>
          <a:custGeom>
            <a:avLst/>
            <a:gdLst/>
            <a:ahLst/>
            <a:cxnLst/>
            <a:rect l="l" t="t" r="r" b="b"/>
            <a:pathLst>
              <a:path w="4379169" h="4200428">
                <a:moveTo>
                  <a:pt x="0" y="0"/>
                </a:moveTo>
                <a:lnTo>
                  <a:pt x="4379169" y="0"/>
                </a:lnTo>
                <a:lnTo>
                  <a:pt x="4379169" y="4200428"/>
                </a:lnTo>
                <a:lnTo>
                  <a:pt x="0" y="4200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1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shell_Group 7"/>
          <p:cNvGrpSpPr/>
          <p:nvPr/>
        </p:nvGrpSpPr>
        <p:grpSpPr>
          <a:xfrm rot="-5400000">
            <a:off x="7437230" y="-563770"/>
            <a:ext cx="3413540" cy="18288000"/>
            <a:chOff x="0" y="0"/>
            <a:chExt cx="899039" cy="4816593"/>
          </a:xfrm>
        </p:grpSpPr>
        <p:sp>
          <p:nvSpPr>
            <p:cNvPr id="8" name="shell_Freeform 8"/>
            <p:cNvSpPr/>
            <p:nvPr/>
          </p:nvSpPr>
          <p:spPr>
            <a:xfrm>
              <a:off x="0" y="0"/>
              <a:ext cx="899039" cy="4816592"/>
            </a:xfrm>
            <a:custGeom>
              <a:avLst/>
              <a:gdLst/>
              <a:ahLst/>
              <a:cxnLst/>
              <a:rect l="l" t="t" r="r" b="b"/>
              <a:pathLst>
                <a:path w="899039" h="4816592">
                  <a:moveTo>
                    <a:pt x="0" y="0"/>
                  </a:moveTo>
                  <a:lnTo>
                    <a:pt x="899039" y="0"/>
                  </a:lnTo>
                  <a:lnTo>
                    <a:pt x="899039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E64B26">
                    <a:alpha val="100000"/>
                  </a:srgbClr>
                </a:gs>
                <a:gs pos="100000">
                  <a:srgbClr val="FBEFE8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shell_TextBox 9"/>
            <p:cNvSpPr txBox="1"/>
            <p:nvPr/>
          </p:nvSpPr>
          <p:spPr>
            <a:xfrm>
              <a:off x="0" y="-38100"/>
              <a:ext cx="899039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shell_Freeform 10"/>
          <p:cNvSpPr/>
          <p:nvPr/>
        </p:nvSpPr>
        <p:spPr>
          <a:xfrm>
            <a:off x="11475618" y="7459714"/>
            <a:ext cx="9779322" cy="4549794"/>
          </a:xfrm>
          <a:custGeom>
            <a:avLst/>
            <a:gdLst/>
            <a:ahLst/>
            <a:cxnLst/>
            <a:rect l="l" t="t" r="r" b="b"/>
            <a:pathLst>
              <a:path w="9779322" h="4549794">
                <a:moveTo>
                  <a:pt x="0" y="0"/>
                </a:moveTo>
                <a:lnTo>
                  <a:pt x="9779322" y="0"/>
                </a:lnTo>
                <a:lnTo>
                  <a:pt x="9779322" y="4549794"/>
                </a:lnTo>
                <a:lnTo>
                  <a:pt x="0" y="45497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6335"/>
            </a:stretch>
          </a:blipFill>
        </p:spPr>
      </p:sp>
      <p:sp>
        <p:nvSpPr>
          <p:cNvPr id="11" name="shell_Freeform 11"/>
          <p:cNvSpPr/>
          <p:nvPr/>
        </p:nvSpPr>
        <p:spPr>
          <a:xfrm rot="1427816">
            <a:off x="-1447857" y="7020776"/>
            <a:ext cx="11810393" cy="5559992"/>
          </a:xfrm>
          <a:custGeom>
            <a:avLst/>
            <a:gdLst/>
            <a:ahLst/>
            <a:cxnLst/>
            <a:rect l="l" t="t" r="r" b="b"/>
            <a:pathLst>
              <a:path w="11810393" h="5559992">
                <a:moveTo>
                  <a:pt x="0" y="0"/>
                </a:moveTo>
                <a:lnTo>
                  <a:pt x="11810394" y="0"/>
                </a:lnTo>
                <a:lnTo>
                  <a:pt x="11810394" y="5559992"/>
                </a:lnTo>
                <a:lnTo>
                  <a:pt x="0" y="55599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shell_Freeform 12"/>
          <p:cNvSpPr/>
          <p:nvPr/>
        </p:nvSpPr>
        <p:spPr>
          <a:xfrm rot="2146128">
            <a:off x="-976547" y="-4455142"/>
            <a:ext cx="6873149" cy="8229600"/>
          </a:xfrm>
          <a:custGeom>
            <a:avLst/>
            <a:gdLst/>
            <a:ahLst/>
            <a:cxnLst/>
            <a:rect l="l" t="t" r="r" b="b"/>
            <a:pathLst>
              <a:path w="6873149" h="8229600">
                <a:moveTo>
                  <a:pt x="0" y="0"/>
                </a:moveTo>
                <a:lnTo>
                  <a:pt x="6873149" y="0"/>
                </a:lnTo>
                <a:lnTo>
                  <a:pt x="687314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shell_Freeform 13"/>
          <p:cNvSpPr/>
          <p:nvPr/>
        </p:nvSpPr>
        <p:spPr>
          <a:xfrm rot="3149170">
            <a:off x="4009693" y="-2490767"/>
            <a:ext cx="3591959" cy="4300850"/>
          </a:xfrm>
          <a:custGeom>
            <a:avLst/>
            <a:gdLst/>
            <a:ahLst/>
            <a:cxnLst/>
            <a:rect l="l" t="t" r="r" b="b"/>
            <a:pathLst>
              <a:path w="3591959" h="4300850">
                <a:moveTo>
                  <a:pt x="0" y="0"/>
                </a:moveTo>
                <a:lnTo>
                  <a:pt x="3591959" y="0"/>
                </a:lnTo>
                <a:lnTo>
                  <a:pt x="3591959" y="4300850"/>
                </a:lnTo>
                <a:lnTo>
                  <a:pt x="0" y="430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shell_Freeform 14"/>
          <p:cNvSpPr/>
          <p:nvPr/>
        </p:nvSpPr>
        <p:spPr>
          <a:xfrm>
            <a:off x="4950045" y="190917"/>
            <a:ext cx="561205" cy="514350"/>
          </a:xfrm>
          <a:custGeom>
            <a:avLst/>
            <a:gdLst/>
            <a:ahLst/>
            <a:cxnLst/>
            <a:rect l="l" t="t" r="r" b="b"/>
            <a:pathLst>
              <a:path w="561205" h="514350">
                <a:moveTo>
                  <a:pt x="0" y="0"/>
                </a:moveTo>
                <a:lnTo>
                  <a:pt x="561206" y="0"/>
                </a:lnTo>
                <a:lnTo>
                  <a:pt x="56120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shell_Freeform 15"/>
          <p:cNvSpPr/>
          <p:nvPr/>
        </p:nvSpPr>
        <p:spPr>
          <a:xfrm>
            <a:off x="17259300" y="4654841"/>
            <a:ext cx="673337" cy="617120"/>
          </a:xfrm>
          <a:custGeom>
            <a:avLst/>
            <a:gdLst/>
            <a:ahLst/>
            <a:cxnLst/>
            <a:rect l="l" t="t" r="r" b="b"/>
            <a:pathLst>
              <a:path w="673337" h="617120">
                <a:moveTo>
                  <a:pt x="0" y="0"/>
                </a:moveTo>
                <a:lnTo>
                  <a:pt x="673337" y="0"/>
                </a:lnTo>
                <a:lnTo>
                  <a:pt x="673337" y="617120"/>
                </a:lnTo>
                <a:lnTo>
                  <a:pt x="0" y="617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/>
            </a:stretch>
          </a:blipFill>
        </p:spPr>
      </p:sp>
      <p:sp>
        <p:nvSpPr>
          <p:cNvPr id="16" name="shell_Freeform 16"/>
          <p:cNvSpPr/>
          <p:nvPr/>
        </p:nvSpPr>
        <p:spPr>
          <a:xfrm>
            <a:off x="13688137" y="1028700"/>
            <a:ext cx="4011647" cy="1952716"/>
          </a:xfrm>
          <a:custGeom>
            <a:avLst/>
            <a:gdLst/>
            <a:ahLst/>
            <a:cxnLst/>
            <a:rect l="l" t="t" r="r" b="b"/>
            <a:pathLst>
              <a:path w="4011647" h="1952716">
                <a:moveTo>
                  <a:pt x="0" y="0"/>
                </a:moveTo>
                <a:lnTo>
                  <a:pt x="4011647" y="0"/>
                </a:lnTo>
                <a:lnTo>
                  <a:pt x="4011647" y="1952716"/>
                </a:lnTo>
                <a:lnTo>
                  <a:pt x="0" y="1952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</a:blip>
            <a:stretch>
              <a:fillRect/>
            </a:stretch>
          </a:blipFill>
        </p:spPr>
      </p:sp>
      <p:sp>
        <p:nvSpPr>
          <p:cNvPr id="17" name="shell_Freeform 17"/>
          <p:cNvSpPr/>
          <p:nvPr/>
        </p:nvSpPr>
        <p:spPr>
          <a:xfrm>
            <a:off x="8884867" y="4922189"/>
            <a:ext cx="518265" cy="474995"/>
          </a:xfrm>
          <a:custGeom>
            <a:avLst/>
            <a:gdLst/>
            <a:ahLst/>
            <a:cxnLst/>
            <a:rect l="l" t="t" r="r" b="b"/>
            <a:pathLst>
              <a:path w="518265" h="474995">
                <a:moveTo>
                  <a:pt x="0" y="0"/>
                </a:moveTo>
                <a:lnTo>
                  <a:pt x="518266" y="0"/>
                </a:lnTo>
                <a:lnTo>
                  <a:pt x="518266" y="474995"/>
                </a:lnTo>
                <a:lnTo>
                  <a:pt x="0" y="474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2" name="shell_Group 22"/>
          <p:cNvGrpSpPr/>
          <p:nvPr/>
        </p:nvGrpSpPr>
        <p:grpSpPr>
          <a:xfrm>
            <a:off x="7256291" y="7551868"/>
            <a:ext cx="3775416" cy="388299"/>
            <a:chOff x="0" y="0"/>
            <a:chExt cx="5033889" cy="517732"/>
          </a:xfrm>
        </p:grpSpPr>
        <p:sp>
          <p:nvSpPr>
            <p:cNvPr id="23" name="shell_AutoShape 23"/>
            <p:cNvSpPr/>
            <p:nvPr/>
          </p:nvSpPr>
          <p:spPr>
            <a:xfrm>
              <a:off x="0" y="4453"/>
              <a:ext cx="142408" cy="0"/>
            </a:xfrm>
            <a:prstGeom prst="line">
              <a:avLst/>
            </a:prstGeom>
            <a:ln w="8012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shell_AutoShape 24"/>
            <p:cNvSpPr/>
            <p:nvPr/>
          </p:nvSpPr>
          <p:spPr>
            <a:xfrm flipV="1">
              <a:off x="4453" y="0"/>
              <a:ext cx="0" cy="258866"/>
            </a:xfrm>
            <a:prstGeom prst="line">
              <a:avLst/>
            </a:prstGeom>
            <a:ln w="8012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shell_AutoShape 25"/>
            <p:cNvSpPr/>
            <p:nvPr/>
          </p:nvSpPr>
          <p:spPr>
            <a:xfrm flipH="1">
              <a:off x="4891481" y="513278"/>
              <a:ext cx="142408" cy="0"/>
            </a:xfrm>
            <a:prstGeom prst="line">
              <a:avLst/>
            </a:prstGeom>
            <a:ln w="8012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shell_AutoShape 26"/>
            <p:cNvSpPr/>
            <p:nvPr/>
          </p:nvSpPr>
          <p:spPr>
            <a:xfrm>
              <a:off x="5029437" y="258866"/>
              <a:ext cx="0" cy="258866"/>
            </a:xfrm>
            <a:prstGeom prst="line">
              <a:avLst/>
            </a:prstGeom>
            <a:ln w="8012" cap="rnd">
              <a:solidFill>
                <a:srgbClr val="C91313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8" name="shell_Group 28"/>
          <p:cNvGrpSpPr/>
          <p:nvPr/>
        </p:nvGrpSpPr>
        <p:grpSpPr>
          <a:xfrm>
            <a:off x="7162512" y="6746958"/>
            <a:ext cx="3962977" cy="639314"/>
            <a:chOff x="0" y="0"/>
            <a:chExt cx="5283969" cy="852418"/>
          </a:xfrm>
        </p:grpSpPr>
        <p:grpSp>
          <p:nvGrpSpPr>
            <p:cNvPr id="29" name="shell_Group 29"/>
            <p:cNvGrpSpPr/>
            <p:nvPr/>
          </p:nvGrpSpPr>
          <p:grpSpPr>
            <a:xfrm>
              <a:off x="0" y="0"/>
              <a:ext cx="5283969" cy="852418"/>
              <a:chOff x="0" y="0"/>
              <a:chExt cx="1043747" cy="168379"/>
            </a:xfrm>
          </p:grpSpPr>
          <p:sp>
            <p:nvSpPr>
              <p:cNvPr id="30" name="shell_Freeform 30"/>
              <p:cNvSpPr/>
              <p:nvPr/>
            </p:nvSpPr>
            <p:spPr>
              <a:xfrm>
                <a:off x="0" y="0"/>
                <a:ext cx="1043747" cy="168379"/>
              </a:xfrm>
              <a:custGeom>
                <a:avLst/>
                <a:gdLst/>
                <a:ahLst/>
                <a:cxnLst/>
                <a:rect l="l" t="t" r="r" b="b"/>
                <a:pathLst>
                  <a:path w="1043747" h="168379">
                    <a:moveTo>
                      <a:pt x="84189" y="0"/>
                    </a:moveTo>
                    <a:lnTo>
                      <a:pt x="959558" y="0"/>
                    </a:lnTo>
                    <a:cubicBezTo>
                      <a:pt x="1006054" y="0"/>
                      <a:pt x="1043747" y="37693"/>
                      <a:pt x="1043747" y="84189"/>
                    </a:cubicBezTo>
                    <a:lnTo>
                      <a:pt x="1043747" y="84189"/>
                    </a:lnTo>
                    <a:cubicBezTo>
                      <a:pt x="1043747" y="106518"/>
                      <a:pt x="1034877" y="127932"/>
                      <a:pt x="1019088" y="143720"/>
                    </a:cubicBezTo>
                    <a:cubicBezTo>
                      <a:pt x="1003300" y="159509"/>
                      <a:pt x="981886" y="168379"/>
                      <a:pt x="959558" y="168379"/>
                    </a:cubicBezTo>
                    <a:lnTo>
                      <a:pt x="84189" y="168379"/>
                    </a:lnTo>
                    <a:cubicBezTo>
                      <a:pt x="61861" y="168379"/>
                      <a:pt x="40447" y="159509"/>
                      <a:pt x="24659" y="143720"/>
                    </a:cubicBezTo>
                    <a:cubicBezTo>
                      <a:pt x="8870" y="127932"/>
                      <a:pt x="0" y="106518"/>
                      <a:pt x="0" y="84189"/>
                    </a:cubicBezTo>
                    <a:lnTo>
                      <a:pt x="0" y="84189"/>
                    </a:lnTo>
                    <a:cubicBezTo>
                      <a:pt x="0" y="61861"/>
                      <a:pt x="8870" y="40447"/>
                      <a:pt x="24659" y="24659"/>
                    </a:cubicBezTo>
                    <a:cubicBezTo>
                      <a:pt x="40447" y="8870"/>
                      <a:pt x="61861" y="0"/>
                      <a:pt x="8418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3D28">
                      <a:alpha val="100000"/>
                    </a:srgbClr>
                  </a:gs>
                  <a:gs pos="100000">
                    <a:srgbClr val="980000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id="31" name="shell_TextBox 31"/>
              <p:cNvSpPr txBox="1"/>
              <p:nvPr/>
            </p:nvSpPr>
            <p:spPr>
              <a:xfrm>
                <a:off x="0" y="-38100"/>
                <a:ext cx="1043747" cy="2064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3" name="shell_Group 33"/>
            <p:cNvGrpSpPr/>
            <p:nvPr/>
          </p:nvGrpSpPr>
          <p:grpSpPr>
            <a:xfrm>
              <a:off x="338017" y="353139"/>
              <a:ext cx="146140" cy="146140"/>
              <a:chOff x="0" y="0"/>
              <a:chExt cx="812800" cy="812800"/>
            </a:xfrm>
          </p:grpSpPr>
          <p:sp>
            <p:nvSpPr>
              <p:cNvPr id="34" name="shell_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/>
              </a:solidFill>
            </p:spPr>
          </p:sp>
          <p:sp>
            <p:nvSpPr>
              <p:cNvPr id="35" name="shell_TextBox 3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6" name="shell_Group 36"/>
            <p:cNvGrpSpPr/>
            <p:nvPr/>
          </p:nvGrpSpPr>
          <p:grpSpPr>
            <a:xfrm>
              <a:off x="208571" y="390784"/>
              <a:ext cx="70850" cy="70850"/>
              <a:chOff x="0" y="0"/>
              <a:chExt cx="812800" cy="812800"/>
            </a:xfrm>
          </p:grpSpPr>
          <p:sp>
            <p:nvSpPr>
              <p:cNvPr id="37" name="shell_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>
                  <a:alpha val="45882"/>
                </a:srgbClr>
              </a:solidFill>
            </p:spPr>
          </p:sp>
          <p:sp>
            <p:nvSpPr>
              <p:cNvPr id="38" name="shell_TextBox 3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9" name="shell_Group 39"/>
            <p:cNvGrpSpPr/>
            <p:nvPr/>
          </p:nvGrpSpPr>
          <p:grpSpPr>
            <a:xfrm rot="-10800000">
              <a:off x="4799812" y="353139"/>
              <a:ext cx="146140" cy="146140"/>
              <a:chOff x="0" y="0"/>
              <a:chExt cx="812800" cy="812800"/>
            </a:xfrm>
          </p:grpSpPr>
          <p:sp>
            <p:nvSpPr>
              <p:cNvPr id="40" name="shell_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/>
              </a:solidFill>
            </p:spPr>
          </p:sp>
          <p:sp>
            <p:nvSpPr>
              <p:cNvPr id="41" name="shell_TextBox 4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2" name="shell_Group 42"/>
            <p:cNvGrpSpPr/>
            <p:nvPr/>
          </p:nvGrpSpPr>
          <p:grpSpPr>
            <a:xfrm rot="-10800000">
              <a:off x="5004547" y="390784"/>
              <a:ext cx="70850" cy="70850"/>
              <a:chOff x="0" y="0"/>
              <a:chExt cx="812800" cy="812800"/>
            </a:xfrm>
          </p:grpSpPr>
          <p:sp>
            <p:nvSpPr>
              <p:cNvPr id="43" name="shell_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BE90">
                  <a:alpha val="45882"/>
                </a:srgbClr>
              </a:solidFill>
            </p:spPr>
          </p:sp>
          <p:sp>
            <p:nvSpPr>
              <p:cNvPr id="44" name="shell_TextBox 4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5" name="shell_Freeform 45"/>
          <p:cNvSpPr/>
          <p:nvPr/>
        </p:nvSpPr>
        <p:spPr>
          <a:xfrm>
            <a:off x="15104855" y="-160706"/>
            <a:ext cx="4748499" cy="1940949"/>
          </a:xfrm>
          <a:custGeom>
            <a:avLst/>
            <a:gdLst/>
            <a:ahLst/>
            <a:cxnLst/>
            <a:rect l="l" t="t" r="r" b="b"/>
            <a:pathLst>
              <a:path w="4748499" h="1940949">
                <a:moveTo>
                  <a:pt x="0" y="0"/>
                </a:moveTo>
                <a:lnTo>
                  <a:pt x="4748499" y="0"/>
                </a:lnTo>
                <a:lnTo>
                  <a:pt x="4748499" y="1940949"/>
                </a:lnTo>
                <a:lnTo>
                  <a:pt x="0" y="1940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46" name="shell_Freeform 46"/>
          <p:cNvSpPr/>
          <p:nvPr/>
        </p:nvSpPr>
        <p:spPr>
          <a:xfrm flipH="1">
            <a:off x="4117332" y="6490534"/>
            <a:ext cx="1491325" cy="1329801"/>
          </a:xfrm>
          <a:custGeom>
            <a:avLst/>
            <a:gdLst/>
            <a:ahLst/>
            <a:cxnLst/>
            <a:rect l="l" t="t" r="r" b="b"/>
            <a:pathLst>
              <a:path w="1491325" h="1329801">
                <a:moveTo>
                  <a:pt x="1491325" y="0"/>
                </a:moveTo>
                <a:lnTo>
                  <a:pt x="0" y="0"/>
                </a:lnTo>
                <a:lnTo>
                  <a:pt x="0" y="1329801"/>
                </a:lnTo>
                <a:lnTo>
                  <a:pt x="1491325" y="1329801"/>
                </a:lnTo>
                <a:lnTo>
                  <a:pt x="1491325" y="0"/>
                </a:lnTo>
                <a:close/>
              </a:path>
            </a:pathLst>
          </a:custGeom>
          <a:blipFill>
            <a:blip r:embed="rId10">
              <a:alphaModFix amt="31000"/>
            </a:blip>
            <a:stretch>
              <a:fillRect l="-83188"/>
            </a:stretch>
          </a:blipFill>
        </p:spPr>
      </p:sp>
      <p:sp>
        <p:nvSpPr>
          <p:cNvPr id="47" name="shell_Freeform 47"/>
          <p:cNvSpPr/>
          <p:nvPr/>
        </p:nvSpPr>
        <p:spPr>
          <a:xfrm rot="-2567252">
            <a:off x="8351282" y="642400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0"/>
                </a:lnTo>
                <a:lnTo>
                  <a:pt x="0" y="772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8" name="shell_Freeform 48"/>
          <p:cNvSpPr/>
          <p:nvPr/>
        </p:nvSpPr>
        <p:spPr>
          <a:xfrm rot="-2567252">
            <a:off x="2240455" y="2337407"/>
            <a:ext cx="1298865" cy="772601"/>
          </a:xfrm>
          <a:custGeom>
            <a:avLst/>
            <a:gdLst/>
            <a:ahLst/>
            <a:cxnLst/>
            <a:rect l="l" t="t" r="r" b="b"/>
            <a:pathLst>
              <a:path w="1298865" h="772601">
                <a:moveTo>
                  <a:pt x="0" y="0"/>
                </a:moveTo>
                <a:lnTo>
                  <a:pt x="1298865" y="0"/>
                </a:lnTo>
                <a:lnTo>
                  <a:pt x="1298865" y="772601"/>
                </a:lnTo>
                <a:lnTo>
                  <a:pt x="0" y="772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0" name="shell_Freeform 25">
            <a:extLst>
              <a:ext uri="{FF2B5EF4-FFF2-40B4-BE49-F238E27FC236}">
                <a16:creationId xmlns:a16="http://schemas.microsoft.com/office/drawing/2014/main" id="{88A004FE-492C-603D-69C7-EEF8F82E9B1E}"/>
              </a:ext>
            </a:extLst>
          </p:cNvPr>
          <p:cNvSpPr/>
          <p:nvPr/>
        </p:nvSpPr>
        <p:spPr>
          <a:xfrm>
            <a:off x="15970037" y="138782"/>
            <a:ext cx="2227711" cy="2284879"/>
          </a:xfrm>
          <a:custGeom>
            <a:avLst/>
            <a:gdLst/>
            <a:ahLst/>
            <a:cxnLst/>
            <a:rect l="l" t="t" r="r" b="b"/>
            <a:pathLst>
              <a:path w="2227711" h="2284879">
                <a:moveTo>
                  <a:pt x="0" y="0"/>
                </a:moveTo>
                <a:lnTo>
                  <a:pt x="2227712" y="0"/>
                </a:lnTo>
                <a:lnTo>
                  <a:pt x="2227712" y="2284879"/>
                </a:lnTo>
                <a:lnTo>
                  <a:pt x="0" y="22848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 l="-12174" t="-5498" r="-8582" b="-8905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76</Words>
  <Application>Microsoft Office PowerPoint</Application>
  <PresentationFormat>自定义</PresentationFormat>
  <Paragraphs>32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思源宋体</vt:lpstr>
      <vt:lpstr>思源宋体 Bold</vt:lpstr>
      <vt:lpstr>CanvaSansSC-Regular</vt:lpstr>
      <vt:lpstr>可画寒风体-简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大气严肃红色主题教育培训通用模板演示文稿</dc:title>
  <dc:creator/>
  <cp:lastModifiedBy/>
  <cp:revision>3</cp:revision>
  <dcterms:created xsi:type="dcterms:W3CDTF">2006-08-16T00:00:00Z</dcterms:created>
  <dcterms:modified xsi:type="dcterms:W3CDTF">2026-04-01T05:45:35Z</dcterms:modified>
  <dc:identifier>DAHFkxfuHSM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{"Label":"1","ContentProducer":"001191110105MA01AN806X00000","ProduceID":"DAHFkxfuHSM","ReservedCode1":"","ContentPropagator":"001191110105MA01AN806X00000","PropagateID":"DAHFkxfuHSM","ReservedCode2":""}</vt:lpwstr>
  </property>
</Properties>
</file>