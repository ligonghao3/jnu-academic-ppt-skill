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804" r:id="rId14"/>
    <p:sldId id="805" r:id="rId15"/>
    <p:sldId id="806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A7B"/>
    <a:srgbClr val="AAC6CA"/>
    <a:srgbClr val="0A4652"/>
    <a:srgbClr val="138399"/>
    <a:srgbClr val="35554E"/>
    <a:srgbClr val="0D7D7A"/>
    <a:srgbClr val="1179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97" autoAdjust="0"/>
    <p:restoredTop sz="94660"/>
  </p:normalViewPr>
  <p:slideViewPr>
    <p:cSldViewPr snapToGrid="0">
      <p:cViewPr varScale="1">
        <p:scale>
          <a:sx n="95" d="100"/>
          <a:sy n="95" d="100"/>
        </p:scale>
        <p:origin x="7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E59C8-059B-4531-A2FD-27B081FA8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BB5E91-9A9D-4E1E-ADC8-F0984648A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933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69ED2-FFD1-C4DF-7AED-FAC58995C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31EAE0-3338-C77F-5B49-7FF19DEE9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D2345B-9E18-694D-EDD2-DFC13E37F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CCC7FD-469F-D9AA-B32A-92A0B170A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C4C58B-741C-7F84-035D-00F272FC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85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78ED02-367F-738C-53A1-42385F91F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944A9E-B90F-B38C-0558-3EF5A676B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FD7989-0B2E-D5C3-C1F2-BA194C91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953886-3F96-F1BB-8C14-68BD3D92F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3BEA62-3236-F5E0-5447-67AC7FD3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41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34152-375D-B34B-4853-092241BDE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02FEA0-4EEB-FEDD-AFFC-9D8011DF0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D62828-DD36-4E76-12D0-9089D1BD4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BB756D-633D-34DF-5F1D-C51AE6CD9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475CD4-0479-F4B1-545B-9B0438010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87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13331E-8ACE-6E88-981A-072D2418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E8B27B-60FC-BBAE-2B86-14980B99B1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79A959-75DE-BD9A-3908-C13C20FFD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F77117-B9EE-FA7D-E30A-0A78266BE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2CCFB4-52B7-90CC-2133-7D810F2A5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4EBABE-8C9D-BB01-216E-BA86FD6D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847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68F429-B139-D477-87CF-152CC84F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ACF370-50A2-4A44-B7DF-8C4E1943E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D25093-F894-E936-43F1-BD45C80FA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5828602-AD94-17A8-AB81-7371494D5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2CAD81B-8A72-EC6A-0382-8AD343879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F3BDF8A-CB24-1258-88D5-B426AA22E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A4207C-720D-D723-89A2-37612A8F7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634FEE-B9A7-3DA3-0397-4E2D4E4D1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46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EE99B-F5B5-A148-9C01-C715D7C31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320AE4-4EFE-9DC9-BC3C-E3F02F3D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E2C0A2-1366-9F4C-15B5-06136D02E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9D8A93-F552-7658-1B00-FF1126B7F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119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232D4CF-0607-F452-472B-837E4190D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0C6375-D6B7-0B67-FF43-FC7CF9D0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DDF7D9-46BE-72B3-9D12-BAFE9C949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554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6FE7E7-406F-5B22-1ACB-A606C14A7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316C4-4584-CE3D-3203-73DE89E8F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82003A-2A29-85CF-DE58-D28C9F0C1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5E4055-4177-BA0E-D947-B002667DD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5FD84E-448F-0386-02A6-DCC088E77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F5B6C9-3877-1B4D-092B-63AC76826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295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181788-1629-1419-B6AF-33EA691BA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3119889-99C6-8803-8C4E-E78B984A05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331548-5583-E788-5572-FDDE29F93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B8EEEC-A2EB-DB3D-FF58-5CF8E41C5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EB8B31-4B81-0F31-720B-33D63D0D4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E9E69A-E7E7-B362-67E6-F153E637B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659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A3786-7C3D-424C-D253-7E80D8D08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A69DF5-33C6-2958-730F-543796572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8CEC4D-FA87-38B2-2407-9267A9D12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9360BE-1579-A99E-76AE-D571A435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8884EB-899D-780E-77B5-234E5B7E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63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F158DF-FA70-E70B-9F16-ABD4C6EC0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CC0A27-D1BD-17C9-6DE3-5AF0E19DC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7BBE83-7258-045E-B148-57DCA4A7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D3C3DA-0801-8F18-43D4-9ACB7193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D867D6-D1C2-57A5-D386-26D101608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261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043" y="2130426"/>
            <a:ext cx="10363914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086" y="3886200"/>
            <a:ext cx="8535828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017" indent="0" algn="ctr">
              <a:buNone/>
              <a:defRPr/>
            </a:lvl2pPr>
            <a:lvl3pPr marL="914034" indent="0" algn="ctr">
              <a:buNone/>
              <a:defRPr/>
            </a:lvl3pPr>
            <a:lvl4pPr marL="1371051" indent="0" algn="ctr">
              <a:buNone/>
              <a:defRPr/>
            </a:lvl4pPr>
            <a:lvl5pPr marL="1828068" indent="0" algn="ctr">
              <a:buNone/>
              <a:defRPr/>
            </a:lvl5pPr>
            <a:lvl6pPr marL="2285086" indent="0" algn="ctr">
              <a:buNone/>
              <a:defRPr/>
            </a:lvl6pPr>
            <a:lvl7pPr marL="2742103" indent="0" algn="ctr">
              <a:buNone/>
              <a:defRPr/>
            </a:lvl7pPr>
            <a:lvl8pPr marL="3199120" indent="0" algn="ctr">
              <a:buNone/>
              <a:defRPr/>
            </a:lvl8pPr>
            <a:lvl9pPr marL="3656137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102613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74320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237" y="4406901"/>
            <a:ext cx="10362327" cy="1362075"/>
          </a:xfrm>
        </p:spPr>
        <p:txBody>
          <a:bodyPr anchor="t"/>
          <a:lstStyle>
            <a:lvl1pPr algn="l">
              <a:defRPr sz="3998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237" y="2906713"/>
            <a:ext cx="10362327" cy="1500187"/>
          </a:xfrm>
        </p:spPr>
        <p:txBody>
          <a:bodyPr anchor="b"/>
          <a:lstStyle>
            <a:lvl1pPr marL="0" indent="0">
              <a:buNone/>
              <a:defRPr sz="1999"/>
            </a:lvl1pPr>
            <a:lvl2pPr marL="457017" indent="0">
              <a:buNone/>
              <a:defRPr sz="1799"/>
            </a:lvl2pPr>
            <a:lvl3pPr marL="914034" indent="0">
              <a:buNone/>
              <a:defRPr sz="1599"/>
            </a:lvl3pPr>
            <a:lvl4pPr marL="1371051" indent="0">
              <a:buNone/>
              <a:defRPr sz="1399"/>
            </a:lvl4pPr>
            <a:lvl5pPr marL="1828068" indent="0">
              <a:buNone/>
              <a:defRPr sz="1399"/>
            </a:lvl5pPr>
            <a:lvl6pPr marL="2285086" indent="0">
              <a:buNone/>
              <a:defRPr sz="1399"/>
            </a:lvl6pPr>
            <a:lvl7pPr marL="2742103" indent="0">
              <a:buNone/>
              <a:defRPr sz="1399"/>
            </a:lvl7pPr>
            <a:lvl8pPr marL="3199120" indent="0">
              <a:buNone/>
              <a:defRPr sz="1399"/>
            </a:lvl8pPr>
            <a:lvl9pPr marL="3656137" indent="0">
              <a:buNone/>
              <a:defRPr sz="139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60426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362" y="1600201"/>
            <a:ext cx="5409675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378" y="1600201"/>
            <a:ext cx="5411261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23935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362" y="274638"/>
            <a:ext cx="10973276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363" y="1535113"/>
            <a:ext cx="5387458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17" indent="0">
              <a:buNone/>
              <a:defRPr sz="1999" b="1"/>
            </a:lvl2pPr>
            <a:lvl3pPr marL="914034" indent="0">
              <a:buNone/>
              <a:defRPr sz="1799" b="1"/>
            </a:lvl3pPr>
            <a:lvl4pPr marL="1371051" indent="0">
              <a:buNone/>
              <a:defRPr sz="1599" b="1"/>
            </a:lvl4pPr>
            <a:lvl5pPr marL="1828068" indent="0">
              <a:buNone/>
              <a:defRPr sz="1599" b="1"/>
            </a:lvl5pPr>
            <a:lvl6pPr marL="2285086" indent="0">
              <a:buNone/>
              <a:defRPr sz="1599" b="1"/>
            </a:lvl6pPr>
            <a:lvl7pPr marL="2742103" indent="0">
              <a:buNone/>
              <a:defRPr sz="1599" b="1"/>
            </a:lvl7pPr>
            <a:lvl8pPr marL="3199120" indent="0">
              <a:buNone/>
              <a:defRPr sz="1599" b="1"/>
            </a:lvl8pPr>
            <a:lvl9pPr marL="3656137" indent="0">
              <a:buNone/>
              <a:defRPr sz="15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363" y="2174875"/>
            <a:ext cx="5387458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593" y="1535113"/>
            <a:ext cx="5389045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17" indent="0">
              <a:buNone/>
              <a:defRPr sz="1999" b="1"/>
            </a:lvl2pPr>
            <a:lvl3pPr marL="914034" indent="0">
              <a:buNone/>
              <a:defRPr sz="1799" b="1"/>
            </a:lvl3pPr>
            <a:lvl4pPr marL="1371051" indent="0">
              <a:buNone/>
              <a:defRPr sz="1599" b="1"/>
            </a:lvl4pPr>
            <a:lvl5pPr marL="1828068" indent="0">
              <a:buNone/>
              <a:defRPr sz="1599" b="1"/>
            </a:lvl5pPr>
            <a:lvl6pPr marL="2285086" indent="0">
              <a:buNone/>
              <a:defRPr sz="1599" b="1"/>
            </a:lvl6pPr>
            <a:lvl7pPr marL="2742103" indent="0">
              <a:buNone/>
              <a:defRPr sz="1599" b="1"/>
            </a:lvl7pPr>
            <a:lvl8pPr marL="3199120" indent="0">
              <a:buNone/>
              <a:defRPr sz="1599" b="1"/>
            </a:lvl8pPr>
            <a:lvl9pPr marL="3656137" indent="0">
              <a:buNone/>
              <a:defRPr sz="15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593" y="2174875"/>
            <a:ext cx="5389045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70012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803432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0498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362" y="273050"/>
            <a:ext cx="4011633" cy="1162050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988" y="273051"/>
            <a:ext cx="6815650" cy="5853113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362" y="1435101"/>
            <a:ext cx="4011633" cy="4691063"/>
          </a:xfrm>
        </p:spPr>
        <p:txBody>
          <a:bodyPr/>
          <a:lstStyle>
            <a:lvl1pPr marL="0" indent="0">
              <a:buNone/>
              <a:defRPr sz="1399"/>
            </a:lvl1pPr>
            <a:lvl2pPr marL="457017" indent="0">
              <a:buNone/>
              <a:defRPr sz="1200"/>
            </a:lvl2pPr>
            <a:lvl3pPr marL="914034" indent="0">
              <a:buNone/>
              <a:defRPr sz="1000"/>
            </a:lvl3pPr>
            <a:lvl4pPr marL="1371051" indent="0">
              <a:buNone/>
              <a:defRPr sz="900"/>
            </a:lvl4pPr>
            <a:lvl5pPr marL="1828068" indent="0">
              <a:buNone/>
              <a:defRPr sz="900"/>
            </a:lvl5pPr>
            <a:lvl6pPr marL="2285086" indent="0">
              <a:buNone/>
              <a:defRPr sz="900"/>
            </a:lvl6pPr>
            <a:lvl7pPr marL="2742103" indent="0">
              <a:buNone/>
              <a:defRPr sz="900"/>
            </a:lvl7pPr>
            <a:lvl8pPr marL="3199120" indent="0">
              <a:buNone/>
              <a:defRPr sz="900"/>
            </a:lvl8pPr>
            <a:lvl9pPr marL="3656137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180985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842" y="4800600"/>
            <a:ext cx="7315517" cy="566738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842" y="612775"/>
            <a:ext cx="7315517" cy="4114800"/>
          </a:xfrm>
        </p:spPr>
        <p:txBody>
          <a:bodyPr/>
          <a:lstStyle>
            <a:lvl1pPr marL="0" indent="0">
              <a:buNone/>
              <a:defRPr sz="3199"/>
            </a:lvl1pPr>
            <a:lvl2pPr marL="457017" indent="0">
              <a:buNone/>
              <a:defRPr sz="2799"/>
            </a:lvl2pPr>
            <a:lvl3pPr marL="914034" indent="0">
              <a:buNone/>
              <a:defRPr sz="2399"/>
            </a:lvl3pPr>
            <a:lvl4pPr marL="1371051" indent="0">
              <a:buNone/>
              <a:defRPr sz="1999"/>
            </a:lvl4pPr>
            <a:lvl5pPr marL="1828068" indent="0">
              <a:buNone/>
              <a:defRPr sz="1999"/>
            </a:lvl5pPr>
            <a:lvl6pPr marL="2285086" indent="0">
              <a:buNone/>
              <a:defRPr sz="1999"/>
            </a:lvl6pPr>
            <a:lvl7pPr marL="2742103" indent="0">
              <a:buNone/>
              <a:defRPr sz="1999"/>
            </a:lvl7pPr>
            <a:lvl8pPr marL="3199120" indent="0">
              <a:buNone/>
              <a:defRPr sz="1999"/>
            </a:lvl8pPr>
            <a:lvl9pPr marL="3656137" indent="0">
              <a:buNone/>
              <a:defRPr sz="1999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842" y="5367338"/>
            <a:ext cx="7315517" cy="804862"/>
          </a:xfrm>
        </p:spPr>
        <p:txBody>
          <a:bodyPr/>
          <a:lstStyle>
            <a:lvl1pPr marL="0" indent="0">
              <a:buNone/>
              <a:defRPr sz="1399"/>
            </a:lvl1pPr>
            <a:lvl2pPr marL="457017" indent="0">
              <a:buNone/>
              <a:defRPr sz="1200"/>
            </a:lvl2pPr>
            <a:lvl3pPr marL="914034" indent="0">
              <a:buNone/>
              <a:defRPr sz="1000"/>
            </a:lvl3pPr>
            <a:lvl4pPr marL="1371051" indent="0">
              <a:buNone/>
              <a:defRPr sz="900"/>
            </a:lvl4pPr>
            <a:lvl5pPr marL="1828068" indent="0">
              <a:buNone/>
              <a:defRPr sz="900"/>
            </a:lvl5pPr>
            <a:lvl6pPr marL="2285086" indent="0">
              <a:buNone/>
              <a:defRPr sz="900"/>
            </a:lvl6pPr>
            <a:lvl7pPr marL="2742103" indent="0">
              <a:buNone/>
              <a:defRPr sz="900"/>
            </a:lvl7pPr>
            <a:lvl8pPr marL="3199120" indent="0">
              <a:buNone/>
              <a:defRPr sz="900"/>
            </a:lvl8pPr>
            <a:lvl9pPr marL="3656137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649559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404846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509" y="908050"/>
            <a:ext cx="2742129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362" y="908050"/>
            <a:ext cx="8078807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31692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EFC5C5D-6D73-B350-12E0-B6068D40E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B4EFAF-325B-9CC0-DCB2-ED1F495C9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3AADE2-3D83-1644-15E1-EB4B4037B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E5278E-AD50-1BA4-9E4F-0E11276F9B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678A1B-F383-EBA3-5F67-98D1AC7D8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553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BF74BE6-A979-AF9C-3969-255C34E0C2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362" y="908050"/>
            <a:ext cx="10973276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5C0A54F-1DEE-264C-440B-9794E9878F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362" y="1600201"/>
            <a:ext cx="10973276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2885601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5pPr>
      <a:lvl6pPr marL="457017"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6pPr>
      <a:lvl7pPr marL="914034"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7pPr>
      <a:lvl8pPr marL="1371051"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8pPr>
      <a:lvl9pPr marL="1828068"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9pPr>
    </p:titleStyle>
    <p:bodyStyle>
      <a:lvl1pPr marL="342763" indent="-342763" algn="l" rtl="0" eaLnBrk="0" fontAlgn="base" hangingPunct="0">
        <a:spcBef>
          <a:spcPct val="20000"/>
        </a:spcBef>
        <a:spcAft>
          <a:spcPct val="0"/>
        </a:spcAft>
        <a:buChar char="•"/>
        <a:defRPr sz="1999">
          <a:solidFill>
            <a:schemeClr val="accent1"/>
          </a:solidFill>
          <a:latin typeface="+mn-lt"/>
          <a:ea typeface="+mn-ea"/>
          <a:cs typeface="+mn-cs"/>
        </a:defRPr>
      </a:lvl1pPr>
      <a:lvl2pPr marL="742653" indent="-285636" algn="l" rtl="0" eaLnBrk="0" fontAlgn="base" hangingPunct="0">
        <a:spcBef>
          <a:spcPct val="20000"/>
        </a:spcBef>
        <a:spcAft>
          <a:spcPct val="0"/>
        </a:spcAft>
        <a:buChar char="–"/>
        <a:defRPr sz="1999">
          <a:solidFill>
            <a:schemeClr val="accent1"/>
          </a:solidFill>
          <a:latin typeface="+mn-lt"/>
          <a:ea typeface="仿宋_GB2312" pitchFamily="1" charset="-122"/>
        </a:defRPr>
      </a:lvl2pPr>
      <a:lvl3pPr marL="1142543" indent="-228509" algn="l" rtl="0" eaLnBrk="0" fontAlgn="base" hangingPunct="0">
        <a:spcBef>
          <a:spcPct val="20000"/>
        </a:spcBef>
        <a:spcAft>
          <a:spcPct val="0"/>
        </a:spcAft>
        <a:buChar char="•"/>
        <a:defRPr sz="2399">
          <a:solidFill>
            <a:schemeClr val="tx1"/>
          </a:solidFill>
          <a:latin typeface="+mn-lt"/>
          <a:ea typeface="宋体" pitchFamily="2" charset="-122"/>
        </a:defRPr>
      </a:lvl3pPr>
      <a:lvl4pPr marL="1599560" indent="-228509" algn="l" rtl="0" eaLnBrk="0" fontAlgn="base" hangingPunct="0">
        <a:spcBef>
          <a:spcPct val="20000"/>
        </a:spcBef>
        <a:spcAft>
          <a:spcPct val="0"/>
        </a:spcAft>
        <a:buChar char="–"/>
        <a:defRPr sz="1999">
          <a:solidFill>
            <a:schemeClr val="tx1"/>
          </a:solidFill>
          <a:latin typeface="+mn-lt"/>
          <a:ea typeface="宋体" pitchFamily="2" charset="-122"/>
        </a:defRPr>
      </a:lvl4pPr>
      <a:lvl5pPr marL="2056577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itchFamily="2" charset="-122"/>
        </a:defRPr>
      </a:lvl5pPr>
      <a:lvl6pPr marL="2513594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itchFamily="2" charset="-122"/>
        </a:defRPr>
      </a:lvl6pPr>
      <a:lvl7pPr marL="2970611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itchFamily="2" charset="-122"/>
        </a:defRPr>
      </a:lvl7pPr>
      <a:lvl8pPr marL="3427628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itchFamily="2" charset="-122"/>
        </a:defRPr>
      </a:lvl8pPr>
      <a:lvl9pPr marL="3884646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3" Type="http://schemas.openxmlformats.org/officeDocument/2006/relationships/tags" Target="../tags/tag3.xml"/><Relationship Id="rId4" Type="http://schemas.openxmlformats.org/officeDocument/2006/relationships/tags" Target="../tags/tag7.xml"/><Relationship Id="rId5" Type="http://schemas.openxmlformats.org/officeDocument/2006/relationships/tags" Target="../tags/tag2.xml"/><Relationship Id="rId6" Type="http://schemas.openxmlformats.org/officeDocument/2006/relationships/tags" Target="../tags/tag1.xml"/><Relationship Id="rId7" Type="http://schemas.openxmlformats.org/officeDocument/2006/relationships/tags" Target="../tags/tag6.xml"/><Relationship Id="rId8" Type="http://schemas.openxmlformats.org/officeDocument/2006/relationships/tags" Target="../tags/tag5.xml"/><Relationship Id="rId9" Type="http://schemas.openxmlformats.org/officeDocument/2006/relationships/tags" Target="../tags/tag10.xml"/><Relationship Id="rId10" Type="http://schemas.openxmlformats.org/officeDocument/2006/relationships/tags" Target="../tags/tag4.xml"/><Relationship Id="rId11" Type="http://schemas.openxmlformats.org/officeDocument/2006/relationships/tags" Target="../tags/tag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" name="shell_矩形 9">
            <a:extLst>
              <a:ext uri="{FF2B5EF4-FFF2-40B4-BE49-F238E27FC236}">
                <a16:creationId xmlns:a16="http://schemas.microsoft.com/office/drawing/2014/main" id="{17578D50-D84B-9736-E868-DC36CA15E04C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F6A7B">
              <a:alpha val="49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105" name="shell_图片 104">
            <a:extLst>
              <a:ext uri="{FF2B5EF4-FFF2-40B4-BE49-F238E27FC236}">
                <a16:creationId xmlns:a16="http://schemas.microsoft.com/office/drawing/2014/main" id="{F51D505C-3A91-A270-A9B7-979E448F3A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174" y="309563"/>
            <a:ext cx="1583984" cy="1847981"/>
          </a:xfrm>
          <a:prstGeom prst="rect">
            <a:avLst/>
          </a:prstGeom>
        </p:spPr>
      </p:pic>
      <p:grpSp>
        <p:nvGrpSpPr>
          <p:cNvPr id="28" name="shell_组合 27">
            <a:extLst>
              <a:ext uri="{FF2B5EF4-FFF2-40B4-BE49-F238E27FC236}">
                <a16:creationId xmlns:a16="http://schemas.microsoft.com/office/drawing/2014/main" id="{8CBAE767-FBC7-DA18-9871-E78470D017D8}"/>
              </a:ext>
            </a:extLst>
          </p:cNvPr>
          <p:cNvGrpSpPr/>
          <p:nvPr/>
        </p:nvGrpSpPr>
        <p:grpSpPr>
          <a:xfrm>
            <a:off x="507999" y="702733"/>
            <a:ext cx="11168334" cy="0"/>
            <a:chOff x="812800" y="702733"/>
            <a:chExt cx="11168334" cy="0"/>
          </a:xfrm>
        </p:grpSpPr>
        <p:cxnSp>
          <p:nvCxnSpPr>
            <p:cNvPr id="24" name="shell_直接连接符 23">
              <a:extLst>
                <a:ext uri="{FF2B5EF4-FFF2-40B4-BE49-F238E27FC236}">
                  <a16:creationId xmlns:a16="http://schemas.microsoft.com/office/drawing/2014/main" id="{4F373642-BA80-0F0F-02A7-2F4A2F7667D6}"/>
                </a:ext>
              </a:extLst>
            </p:cNvPr>
            <p:cNvCxnSpPr/>
            <p:nvPr/>
          </p:nvCxnSpPr>
          <p:spPr bwMode="auto">
            <a:xfrm>
              <a:off x="812800" y="702733"/>
              <a:ext cx="4470400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shell_直接连接符 24">
              <a:extLst>
                <a:ext uri="{FF2B5EF4-FFF2-40B4-BE49-F238E27FC236}">
                  <a16:creationId xmlns:a16="http://schemas.microsoft.com/office/drawing/2014/main" id="{B50B7062-8696-BCB3-ACB4-29F666473ECD}"/>
                </a:ext>
              </a:extLst>
            </p:cNvPr>
            <p:cNvCxnSpPr/>
            <p:nvPr/>
          </p:nvCxnSpPr>
          <p:spPr bwMode="auto">
            <a:xfrm>
              <a:off x="7509934" y="702733"/>
              <a:ext cx="4471200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3" name="shell_组合 72">
            <a:extLst>
              <a:ext uri="{FF2B5EF4-FFF2-40B4-BE49-F238E27FC236}">
                <a16:creationId xmlns:a16="http://schemas.microsoft.com/office/drawing/2014/main" id="{92668B3D-F935-4D8B-5FA8-00E71707F677}"/>
              </a:ext>
            </a:extLst>
          </p:cNvPr>
          <p:cNvGrpSpPr/>
          <p:nvPr/>
        </p:nvGrpSpPr>
        <p:grpSpPr>
          <a:xfrm>
            <a:off x="-2811" y="52720"/>
            <a:ext cx="12190942" cy="603869"/>
            <a:chOff x="-2811" y="52720"/>
            <a:chExt cx="12190942" cy="603869"/>
          </a:xfrm>
        </p:grpSpPr>
        <p:sp>
          <p:nvSpPr>
            <p:cNvPr id="78" name="shell_矩形 77">
              <a:extLst>
                <a:ext uri="{FF2B5EF4-FFF2-40B4-BE49-F238E27FC236}">
                  <a16:creationId xmlns:a16="http://schemas.microsoft.com/office/drawing/2014/main" id="{F095607B-FD0F-EF33-E1DF-8F4E7FFB5141}"/>
                </a:ext>
              </a:extLst>
            </p:cNvPr>
            <p:cNvSpPr/>
            <p:nvPr/>
          </p:nvSpPr>
          <p:spPr>
            <a:xfrm>
              <a:off x="-2811" y="125739"/>
              <a:ext cx="12183110" cy="5308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04800" dist="38100" dir="5400000" algn="t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9" name="shell_矩形 78">
              <a:extLst>
                <a:ext uri="{FF2B5EF4-FFF2-40B4-BE49-F238E27FC236}">
                  <a16:creationId xmlns:a16="http://schemas.microsoft.com/office/drawing/2014/main" id="{50D0588B-0B7A-1382-2421-50117C0A8254}"/>
                </a:ext>
              </a:extLst>
            </p:cNvPr>
            <p:cNvSpPr/>
            <p:nvPr/>
          </p:nvSpPr>
          <p:spPr>
            <a:xfrm rot="10800000">
              <a:off x="-2237" y="575982"/>
              <a:ext cx="12190368" cy="80607"/>
            </a:xfrm>
            <a:prstGeom prst="rect">
              <a:avLst/>
            </a:prstGeom>
            <a:solidFill>
              <a:srgbClr val="0F6A7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A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hell_矩形 4">
            <a:extLst>
              <a:ext uri="{FF2B5EF4-FFF2-40B4-BE49-F238E27FC236}">
                <a16:creationId xmlns:a16="http://schemas.microsoft.com/office/drawing/2014/main" id="{AA8E890F-5AED-CE85-F761-1C758BB5ACAF}"/>
              </a:ext>
            </a:extLst>
          </p:cNvPr>
          <p:cNvSpPr/>
          <p:nvPr/>
        </p:nvSpPr>
        <p:spPr>
          <a:xfrm>
            <a:off x="-2237" y="62363"/>
            <a:ext cx="12183110" cy="5973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04800" dist="38100" dir="5400000" algn="t" rotWithShape="0">
              <a:sysClr val="windowText" lastClr="000000">
                <a:lumMod val="50000"/>
                <a:lumOff val="50000"/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shell_矩形 5">
            <a:extLst>
              <a:ext uri="{FF2B5EF4-FFF2-40B4-BE49-F238E27FC236}">
                <a16:creationId xmlns:a16="http://schemas.microsoft.com/office/drawing/2014/main" id="{923162C7-1E9E-68AA-36D8-5E06D4AB4DE8}"/>
              </a:ext>
            </a:extLst>
          </p:cNvPr>
          <p:cNvSpPr/>
          <p:nvPr/>
        </p:nvSpPr>
        <p:spPr>
          <a:xfrm rot="10800000">
            <a:off x="-2237" y="590270"/>
            <a:ext cx="12190368" cy="80607"/>
          </a:xfrm>
          <a:prstGeom prst="rect">
            <a:avLst/>
          </a:prstGeom>
          <a:solidFill>
            <a:srgbClr val="0F6A7B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2" name="shell_图片 1">
            <a:extLst>
              <a:ext uri="{FF2B5EF4-FFF2-40B4-BE49-F238E27FC236}">
                <a16:creationId xmlns:a16="http://schemas.microsoft.com/office/drawing/2014/main" id="{B618D828-0A56-3F44-B1BE-E018E2F42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02" y="88467"/>
            <a:ext cx="1440626" cy="46141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清风素材1 https://12sc.taobao.com">
  <a:themeElements>
    <a:clrScheme name="">
      <a:dk1>
        <a:srgbClr val="004C54"/>
      </a:dk1>
      <a:lt1>
        <a:srgbClr val="009EB0"/>
      </a:lt1>
      <a:dk2>
        <a:srgbClr val="DDDDDD"/>
      </a:dk2>
      <a:lt2>
        <a:srgbClr val="808080"/>
      </a:lt2>
      <a:accent1>
        <a:srgbClr val="292929"/>
      </a:accent1>
      <a:accent2>
        <a:srgbClr val="FFFFFF"/>
      </a:accent2>
      <a:accent3>
        <a:srgbClr val="AACCD4"/>
      </a:accent3>
      <a:accent4>
        <a:srgbClr val="004046"/>
      </a:accent4>
      <a:accent5>
        <a:srgbClr val="ACACAC"/>
      </a:accent5>
      <a:accent6>
        <a:srgbClr val="E7E7E7"/>
      </a:accent6>
      <a:hlink>
        <a:srgbClr val="B3B3B3"/>
      </a:hlink>
      <a:folHlink>
        <a:srgbClr val="404040"/>
      </a:folHlink>
    </a:clrScheme>
    <a:fontScheme name="2_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2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445</Words>
  <Application>Microsoft Office PowerPoint</Application>
  <PresentationFormat>宽屏</PresentationFormat>
  <Paragraphs>133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等线</vt:lpstr>
      <vt:lpstr>等线 Light</vt:lpstr>
      <vt:lpstr>宋体</vt:lpstr>
      <vt:lpstr>微软雅黑</vt:lpstr>
      <vt:lpstr>Arial</vt:lpstr>
      <vt:lpstr>Impact</vt:lpstr>
      <vt:lpstr>Office 主题​​</vt:lpstr>
      <vt:lpstr>清风素材1 https://12sc.taobao.com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2026-03-14T08:37:09Z</dcterms:created>
  <dcterms:modified xsi:type="dcterms:W3CDTF">2026-03-15T00:41:01Z</dcterms:modified>
</cp:coreProperties>
</file>