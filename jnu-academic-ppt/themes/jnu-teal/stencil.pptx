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86" r:id="rId26"/>
    <p:sldId id="287" r:id="rId27"/>
    <p:sldId id="288" r:id="rId28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7780"/>
    <a:srgbClr val="3D7982"/>
    <a:srgbClr val="6D9AA1"/>
    <a:srgbClr val="145D68"/>
    <a:srgbClr val="11687C"/>
    <a:srgbClr val="E8EF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9" autoAdjust="0"/>
    <p:restoredTop sz="94723" autoAdjust="0"/>
  </p:normalViewPr>
  <p:slideViewPr>
    <p:cSldViewPr snapToGrid="0">
      <p:cViewPr varScale="1">
        <p:scale>
          <a:sx n="78" d="100"/>
          <a:sy n="78" d="100"/>
        </p:scale>
        <p:origin x="81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5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ableStyles" Target="tableStyles.xml"/><Relationship Id="rId25" Type="http://schemas.openxmlformats.org/officeDocument/2006/relationships/tags" Target="tags/tag1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C83099-E356-4B84-9424-4E20FEAA9C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3F8707-0E06-4C40-B833-8957433910F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705B4-A7C2-4853-AD7C-47F0D8CFC9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7745-6E39-40CA-A2BD-5CA9D07553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705B4-A7C2-4853-AD7C-47F0D8CFC9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7745-6E39-40CA-A2BD-5CA9D07553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705B4-A7C2-4853-AD7C-47F0D8CFC9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7745-6E39-40CA-A2BD-5CA9D07553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705B4-A7C2-4853-AD7C-47F0D8CFC9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7745-6E39-40CA-A2BD-5CA9D07553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705B4-A7C2-4853-AD7C-47F0D8CFC9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7745-6E39-40CA-A2BD-5CA9D07553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705B4-A7C2-4853-AD7C-47F0D8CFC9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7745-6E39-40CA-A2BD-5CA9D07553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705B4-A7C2-4853-AD7C-47F0D8CFC9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7745-6E39-40CA-A2BD-5CA9D07553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705B4-A7C2-4853-AD7C-47F0D8CFC9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7745-6E39-40CA-A2BD-5CA9D07553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705B4-A7C2-4853-AD7C-47F0D8CFC9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7745-6E39-40CA-A2BD-5CA9D07553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705B4-A7C2-4853-AD7C-47F0D8CFC9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7745-6E39-40CA-A2BD-5CA9D07553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705B4-A7C2-4853-AD7C-47F0D8CFC9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7745-6E39-40CA-A2BD-5CA9D07553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C705B4-A7C2-4853-AD7C-47F0D8CFC9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657745-6E39-40CA-A2BD-5CA9D075535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flip="none" rotWithShape="1">
          <a:gsLst>
            <a:gs pos="0">
              <a:schemeClr val="bg1"/>
            </a:gs>
            <a:gs pos="74000">
              <a:srgbClr val="A1BEC2"/>
            </a:gs>
            <a:gs pos="100000">
              <a:srgbClr val="145D68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2" name="shell_底图"/>
          <p:cNvSpPr/>
          <p:nvPr/>
        </p:nvSpPr>
        <p:spPr>
          <a:xfrm>
            <a:off x="339147" y="295050"/>
            <a:ext cx="11513706" cy="6267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shell_大白条"/>
          <p:cNvSpPr/>
          <p:nvPr/>
        </p:nvSpPr>
        <p:spPr>
          <a:xfrm>
            <a:off x="339147" y="1917435"/>
            <a:ext cx="11513706" cy="3023130"/>
          </a:xfrm>
          <a:prstGeom prst="rect">
            <a:avLst/>
          </a:prstGeom>
          <a:solidFill>
            <a:srgbClr val="145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shell_配图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203" b="50494"/>
          <a:stretch>
            <a:fillRect/>
          </a:stretch>
        </p:blipFill>
        <p:spPr>
          <a:xfrm>
            <a:off x="7296789" y="1656966"/>
            <a:ext cx="4556064" cy="328359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ell_底图"/>
          <p:cNvSpPr/>
          <p:nvPr/>
        </p:nvSpPr>
        <p:spPr>
          <a:xfrm>
            <a:off x="339147" y="295050"/>
            <a:ext cx="11513706" cy="6267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shell_大白条"/>
          <p:cNvSpPr/>
          <p:nvPr/>
        </p:nvSpPr>
        <p:spPr>
          <a:xfrm>
            <a:off x="339147" y="0"/>
            <a:ext cx="1719839" cy="6807855"/>
          </a:xfrm>
          <a:prstGeom prst="rect">
            <a:avLst/>
          </a:prstGeom>
          <a:solidFill>
            <a:srgbClr val="145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15" name="shell_直接连接符 14"/>
          <p:cNvCxnSpPr/>
          <p:nvPr/>
        </p:nvCxnSpPr>
        <p:spPr>
          <a:xfrm>
            <a:off x="624616" y="0"/>
            <a:ext cx="0" cy="685800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flip="none" rotWithShape="1">
          <a:gsLst>
            <a:gs pos="0">
              <a:schemeClr val="bg1"/>
            </a:gs>
            <a:gs pos="74000">
              <a:srgbClr val="A1BEC2"/>
            </a:gs>
            <a:gs pos="100000">
              <a:srgbClr val="145D68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2" name="shell_底图"/>
          <p:cNvSpPr/>
          <p:nvPr/>
        </p:nvSpPr>
        <p:spPr>
          <a:xfrm>
            <a:off x="339147" y="295050"/>
            <a:ext cx="11513706" cy="6267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8" name="shell_图片 7"/>
          <p:cNvPicPr/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03" b="51293"/>
          <a:stretch>
            <a:fillRect/>
          </a:stretch>
        </p:blipFill>
        <p:spPr>
          <a:xfrm>
            <a:off x="339147" y="295050"/>
            <a:ext cx="11513706" cy="62679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OPFI-MACHINEIDS" val="[&quot;794b5ff4fb56775a951fd9c4c470bd8de9d6f496db05c9174a7bc2b277b1349a&quot;]"/>
  <p:tag name="OPFI-USERIDS" val="[&quot;d0d1cc4e-7e69-e099-61b1-3a206451895f&quot;]"/>
  <p:tag name="OPFI" val="{&quot;ThemeFontContent-508&quot;:{&quot;cnName&quot;:&quot;微软雅黑&quot;,&quot;enName&quot;:&quot;Microsoft YaHei&quot;,&quot;id&quot;:&quot;ThemeFontContent-508&quot;,&quot;paymentType&quot;:0,&quot;isSystemFont&quot;:true,&quot;name&quot;:&quot;微软雅黑&quot;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762</Words>
  <Application>WPS 演示</Application>
  <PresentationFormat>宽屏</PresentationFormat>
  <Paragraphs>309</Paragraphs>
  <Slides>18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Arial</vt:lpstr>
      <vt:lpstr>宋体</vt:lpstr>
      <vt:lpstr>Wingdings</vt:lpstr>
      <vt:lpstr>微软雅黑</vt:lpstr>
      <vt:lpstr>Calibri</vt:lpstr>
      <vt:lpstr>等线</vt:lpstr>
      <vt:lpstr>微软黑体</vt:lpstr>
      <vt:lpstr>黑体</vt:lpstr>
      <vt:lpstr>Arial Unicode MS</vt:lpstr>
      <vt:lpstr>等线 Light</vt:lpstr>
      <vt:lpstr>微软黑体</vt:lpstr>
      <vt:lpstr>方正大黑体_GBK</vt:lpstr>
      <vt:lpstr>Office 主题​​</vt:lpstr>
      <vt:lpstr>暨南大学 汇报PPT模板</vt:lpstr>
      <vt:lpstr>目录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created xsi:type="dcterms:W3CDTF">2026-04-03T18:04:00Z</dcterms:created>
  <dcterms:modified xsi:type="dcterms:W3CDTF">2026-04-10T10:43:31Z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DD9224A78C484E3AB5124F86048AACC9_13</vt:lpwstr>
  </property>
  <property fmtid="{D5CDD505-2E9C-101B-9397-08002B2CF9AE}" pid="3" name="KSOProductBuildVer">
    <vt:lpwstr>2052-12.1.0.25225</vt:lpwstr>
  </property>
</Properties>
</file>