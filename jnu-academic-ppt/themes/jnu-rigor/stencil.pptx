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4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1"/>
    <p:sldId id="263" r:id="rId22"/>
    <p:sldId id="264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3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0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sv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7753588" y="725642"/>
            <a:ext cx="2943385" cy="2943385"/>
            <a:chOff x="0" y="0"/>
            <a:chExt cx="812800" cy="812800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395867"/>
            <a:ext cx="18288000" cy="659550"/>
            <a:chOff x="0" y="0"/>
            <a:chExt cx="24813158" cy="894877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shell_Group 19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20" name="shell_Freeform 20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shell_TextBox 21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2" name="shell_Group 22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3" name="shell_Freeform 23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24" name="shell_TextBox 24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948F7AFD-8018-1195-22AC-32230598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59" y="1036367"/>
            <a:ext cx="18145126" cy="7758684"/>
          </a:xfrm>
          <a:prstGeom prst="rect">
            <a:avLst/>
          </a:prstGeom>
        </p:spPr>
      </p:pic>
      <p:sp>
        <p:nvSpPr>
          <p:cNvPr id="25" name="shell_Freeform 25"/>
          <p:cNvSpPr/>
          <p:nvPr/>
        </p:nvSpPr>
        <p:spPr>
          <a:xfrm>
            <a:off x="8111424" y="1011211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74" t="-5498" r="-8582" b="-8905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344</Words>
  <Application>Microsoft Office PowerPoint</Application>
  <PresentationFormat>自定义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思源黑体 2 Bold</vt:lpstr>
      <vt:lpstr>Akzidenz-Grotesk</vt:lpstr>
      <vt:lpstr>Calibri</vt:lpstr>
      <vt:lpstr>思源黑体 1 Bold</vt:lpstr>
      <vt:lpstr>思源黑体 1 Heavy</vt:lpstr>
      <vt:lpstr>思源黑体 1</vt:lpstr>
      <vt:lpstr>Akzidenz-Grotesk Medium</vt:lpstr>
      <vt:lpstr>Akzidenz-Grotesk Heavy</vt:lpstr>
      <vt:lpstr>Akzidenz-Grotesk Bold</vt:lpstr>
      <vt:lpstr>思源黑体 1 Medium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学术风毕业论文答辩</dc:title>
  <cp:lastModifiedBy/>
  <cp:revision>3</cp:revision>
  <dcterms:created xsi:type="dcterms:W3CDTF">2006-08-16T00:00:00Z</dcterms:created>
  <dcterms:modified xsi:type="dcterms:W3CDTF">2026-03-30T04:33:00Z</dcterms:modified>
  <dc:identifier>DAHEYYKhIwo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{"Label":"1","ContentProducer":"001191110105MA01AN806X00000","ProduceID":"DAHEYYKhIwo","ReservedCode1":"","ContentPropagator":"001191110105MA01AN806X00000","PropagateID":"DAHEYYKhIwo","ReservedCode2":""}</vt:lpwstr>
  </property>
</Properties>
</file>